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1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67C0A-A1B7-45C8-AB5B-C28D9BE2DEC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D462B0-A1A3-4E42-9DDA-D715433F0671}">
      <dgm:prSet custT="1"/>
      <dgm:spPr/>
      <dgm:t>
        <a:bodyPr/>
        <a:lstStyle/>
        <a:p>
          <a:r>
            <a:rPr lang="en-US" sz="1600" b="1" dirty="0"/>
            <a:t>Dataset</a:t>
          </a:r>
          <a:r>
            <a:rPr lang="en-US" sz="1600" dirty="0"/>
            <a:t>:</a:t>
          </a:r>
        </a:p>
        <a:p>
          <a:r>
            <a:rPr lang="en-US" sz="1600" dirty="0"/>
            <a:t> </a:t>
          </a:r>
          <a:r>
            <a:rPr lang="en-US" sz="1400" dirty="0"/>
            <a:t>Direct marketing campaigns from a Portuguese bank</a:t>
          </a:r>
        </a:p>
      </dgm:t>
    </dgm:pt>
    <dgm:pt modelId="{F9F76330-2827-49FA-A602-6AE1BFE69656}" type="parTrans" cxnId="{D01B9393-855D-43CA-B9A3-085967BC4C0D}">
      <dgm:prSet/>
      <dgm:spPr/>
      <dgm:t>
        <a:bodyPr/>
        <a:lstStyle/>
        <a:p>
          <a:endParaRPr lang="en-US"/>
        </a:p>
      </dgm:t>
    </dgm:pt>
    <dgm:pt modelId="{217F9917-B389-414E-90B4-827CD0314D41}" type="sibTrans" cxnId="{D01B9393-855D-43CA-B9A3-085967BC4C0D}">
      <dgm:prSet/>
      <dgm:spPr/>
      <dgm:t>
        <a:bodyPr/>
        <a:lstStyle/>
        <a:p>
          <a:endParaRPr lang="en-US"/>
        </a:p>
      </dgm:t>
    </dgm:pt>
    <dgm:pt modelId="{B6E8560B-96F9-4ED8-9A09-C6D7CB1CD902}">
      <dgm:prSet custT="1"/>
      <dgm:spPr/>
      <dgm:t>
        <a:bodyPr/>
        <a:lstStyle/>
        <a:p>
          <a:r>
            <a:rPr lang="en-US" sz="1600" b="1" dirty="0"/>
            <a:t>Goal</a:t>
          </a:r>
          <a:r>
            <a:rPr lang="en-US" sz="1600" dirty="0"/>
            <a:t>:</a:t>
          </a:r>
        </a:p>
        <a:p>
          <a:r>
            <a:rPr lang="en-US" sz="1600" dirty="0"/>
            <a:t> </a:t>
          </a:r>
          <a:r>
            <a:rPr lang="en-US" sz="1400" dirty="0"/>
            <a:t>Predict whether a client will subscribe (y: yes/no)</a:t>
          </a:r>
        </a:p>
      </dgm:t>
    </dgm:pt>
    <dgm:pt modelId="{50366FE2-329A-49F7-86AA-30CC3C6C1D85}" type="parTrans" cxnId="{79D944E0-2CB9-475B-927C-308522914FC1}">
      <dgm:prSet/>
      <dgm:spPr/>
      <dgm:t>
        <a:bodyPr/>
        <a:lstStyle/>
        <a:p>
          <a:endParaRPr lang="en-US"/>
        </a:p>
      </dgm:t>
    </dgm:pt>
    <dgm:pt modelId="{DBC17A56-DF0E-4ACC-AE4E-AA605D621E02}" type="sibTrans" cxnId="{79D944E0-2CB9-475B-927C-308522914FC1}">
      <dgm:prSet/>
      <dgm:spPr/>
      <dgm:t>
        <a:bodyPr/>
        <a:lstStyle/>
        <a:p>
          <a:endParaRPr lang="en-US"/>
        </a:p>
      </dgm:t>
    </dgm:pt>
    <dgm:pt modelId="{9437E833-2090-4DB1-BE6D-AC07D3180C7E}">
      <dgm:prSet custT="1"/>
      <dgm:spPr/>
      <dgm:t>
        <a:bodyPr/>
        <a:lstStyle/>
        <a:p>
          <a:r>
            <a:rPr lang="en-US" sz="1600" b="1" dirty="0"/>
            <a:t>Importance</a:t>
          </a:r>
          <a:r>
            <a:rPr lang="en-US" sz="1600" dirty="0"/>
            <a:t>: </a:t>
          </a:r>
        </a:p>
        <a:p>
          <a:r>
            <a:rPr lang="en-US" sz="1400" dirty="0"/>
            <a:t>Target high-probability clients, reduce cost, increase ROI</a:t>
          </a:r>
        </a:p>
      </dgm:t>
    </dgm:pt>
    <dgm:pt modelId="{0F7F0BEF-7D1A-488C-BB07-1D4C63E039D1}" type="parTrans" cxnId="{6F7F66D4-4DBD-4D6B-A1D1-6DD225421831}">
      <dgm:prSet/>
      <dgm:spPr/>
      <dgm:t>
        <a:bodyPr/>
        <a:lstStyle/>
        <a:p>
          <a:endParaRPr lang="en-US"/>
        </a:p>
      </dgm:t>
    </dgm:pt>
    <dgm:pt modelId="{21B3777E-757D-439E-8E8A-74B97FF7FB7F}" type="sibTrans" cxnId="{6F7F66D4-4DBD-4D6B-A1D1-6DD225421831}">
      <dgm:prSet/>
      <dgm:spPr/>
      <dgm:t>
        <a:bodyPr/>
        <a:lstStyle/>
        <a:p>
          <a:endParaRPr lang="en-US"/>
        </a:p>
      </dgm:t>
    </dgm:pt>
    <dgm:pt modelId="{F40D2F60-FBEC-4642-97CE-09000E64B5C1}" type="pres">
      <dgm:prSet presAssocID="{E1267C0A-A1B7-45C8-AB5B-C28D9BE2DE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D2ACE0-AE22-4096-9106-84A26B16F6F7}" type="pres">
      <dgm:prSet presAssocID="{03D462B0-A1A3-4E42-9DDA-D715433F0671}" presName="hierRoot1" presStyleCnt="0"/>
      <dgm:spPr/>
    </dgm:pt>
    <dgm:pt modelId="{746D0822-C99E-4000-B13A-4BB7E8D67659}" type="pres">
      <dgm:prSet presAssocID="{03D462B0-A1A3-4E42-9DDA-D715433F0671}" presName="composite" presStyleCnt="0"/>
      <dgm:spPr/>
    </dgm:pt>
    <dgm:pt modelId="{54A700D7-5E3E-422F-8644-9A448F45B361}" type="pres">
      <dgm:prSet presAssocID="{03D462B0-A1A3-4E42-9DDA-D715433F0671}" presName="background" presStyleLbl="node0" presStyleIdx="0" presStyleCnt="3"/>
      <dgm:spPr/>
    </dgm:pt>
    <dgm:pt modelId="{A1CF23EC-A95D-4CCF-9B78-9596EFF1B477}" type="pres">
      <dgm:prSet presAssocID="{03D462B0-A1A3-4E42-9DDA-D715433F0671}" presName="text" presStyleLbl="fgAcc0" presStyleIdx="0" presStyleCnt="3">
        <dgm:presLayoutVars>
          <dgm:chPref val="3"/>
        </dgm:presLayoutVars>
      </dgm:prSet>
      <dgm:spPr/>
    </dgm:pt>
    <dgm:pt modelId="{2900CB31-DA30-424D-85E1-BC6E3C196D1D}" type="pres">
      <dgm:prSet presAssocID="{03D462B0-A1A3-4E42-9DDA-D715433F0671}" presName="hierChild2" presStyleCnt="0"/>
      <dgm:spPr/>
    </dgm:pt>
    <dgm:pt modelId="{D4E798BA-D1DF-4EA8-8FDD-A4073E1CE22B}" type="pres">
      <dgm:prSet presAssocID="{B6E8560B-96F9-4ED8-9A09-C6D7CB1CD902}" presName="hierRoot1" presStyleCnt="0"/>
      <dgm:spPr/>
    </dgm:pt>
    <dgm:pt modelId="{2AB511E7-7143-4A18-8B55-D222E8F46166}" type="pres">
      <dgm:prSet presAssocID="{B6E8560B-96F9-4ED8-9A09-C6D7CB1CD902}" presName="composite" presStyleCnt="0"/>
      <dgm:spPr/>
    </dgm:pt>
    <dgm:pt modelId="{600B2D1A-CF93-4DD8-86B3-62B43238B145}" type="pres">
      <dgm:prSet presAssocID="{B6E8560B-96F9-4ED8-9A09-C6D7CB1CD902}" presName="background" presStyleLbl="node0" presStyleIdx="1" presStyleCnt="3"/>
      <dgm:spPr/>
    </dgm:pt>
    <dgm:pt modelId="{1097AAD0-C480-44AC-A0EB-B33AF0519B54}" type="pres">
      <dgm:prSet presAssocID="{B6E8560B-96F9-4ED8-9A09-C6D7CB1CD902}" presName="text" presStyleLbl="fgAcc0" presStyleIdx="1" presStyleCnt="3">
        <dgm:presLayoutVars>
          <dgm:chPref val="3"/>
        </dgm:presLayoutVars>
      </dgm:prSet>
      <dgm:spPr/>
    </dgm:pt>
    <dgm:pt modelId="{03C63A58-00C9-4496-9E75-A9057952BABF}" type="pres">
      <dgm:prSet presAssocID="{B6E8560B-96F9-4ED8-9A09-C6D7CB1CD902}" presName="hierChild2" presStyleCnt="0"/>
      <dgm:spPr/>
    </dgm:pt>
    <dgm:pt modelId="{18544AE6-466A-45F7-959A-1F92242EF1A3}" type="pres">
      <dgm:prSet presAssocID="{9437E833-2090-4DB1-BE6D-AC07D3180C7E}" presName="hierRoot1" presStyleCnt="0"/>
      <dgm:spPr/>
    </dgm:pt>
    <dgm:pt modelId="{ABE59A56-D375-4012-B43D-8788796B78B3}" type="pres">
      <dgm:prSet presAssocID="{9437E833-2090-4DB1-BE6D-AC07D3180C7E}" presName="composite" presStyleCnt="0"/>
      <dgm:spPr/>
    </dgm:pt>
    <dgm:pt modelId="{A934565B-5C92-4433-B788-876CE1172E81}" type="pres">
      <dgm:prSet presAssocID="{9437E833-2090-4DB1-BE6D-AC07D3180C7E}" presName="background" presStyleLbl="node0" presStyleIdx="2" presStyleCnt="3"/>
      <dgm:spPr/>
    </dgm:pt>
    <dgm:pt modelId="{7903AF47-F1EF-4B7F-97E2-B78AD8441A6A}" type="pres">
      <dgm:prSet presAssocID="{9437E833-2090-4DB1-BE6D-AC07D3180C7E}" presName="text" presStyleLbl="fgAcc0" presStyleIdx="2" presStyleCnt="3">
        <dgm:presLayoutVars>
          <dgm:chPref val="3"/>
        </dgm:presLayoutVars>
      </dgm:prSet>
      <dgm:spPr/>
    </dgm:pt>
    <dgm:pt modelId="{E97DA436-2495-4CA8-8890-EB79CC3914B5}" type="pres">
      <dgm:prSet presAssocID="{9437E833-2090-4DB1-BE6D-AC07D3180C7E}" presName="hierChild2" presStyleCnt="0"/>
      <dgm:spPr/>
    </dgm:pt>
  </dgm:ptLst>
  <dgm:cxnLst>
    <dgm:cxn modelId="{8A8C1D21-65F9-45FD-ACFD-19279E9A1CB1}" type="presOf" srcId="{B6E8560B-96F9-4ED8-9A09-C6D7CB1CD902}" destId="{1097AAD0-C480-44AC-A0EB-B33AF0519B54}" srcOrd="0" destOrd="0" presId="urn:microsoft.com/office/officeart/2005/8/layout/hierarchy1"/>
    <dgm:cxn modelId="{D01B9393-855D-43CA-B9A3-085967BC4C0D}" srcId="{E1267C0A-A1B7-45C8-AB5B-C28D9BE2DECF}" destId="{03D462B0-A1A3-4E42-9DDA-D715433F0671}" srcOrd="0" destOrd="0" parTransId="{F9F76330-2827-49FA-A602-6AE1BFE69656}" sibTransId="{217F9917-B389-414E-90B4-827CD0314D41}"/>
    <dgm:cxn modelId="{DF712096-2366-47A3-AE3E-55797DDEDC09}" type="presOf" srcId="{03D462B0-A1A3-4E42-9DDA-D715433F0671}" destId="{A1CF23EC-A95D-4CCF-9B78-9596EFF1B477}" srcOrd="0" destOrd="0" presId="urn:microsoft.com/office/officeart/2005/8/layout/hierarchy1"/>
    <dgm:cxn modelId="{1620BFBC-0083-4012-9D97-680B82F466B7}" type="presOf" srcId="{9437E833-2090-4DB1-BE6D-AC07D3180C7E}" destId="{7903AF47-F1EF-4B7F-97E2-B78AD8441A6A}" srcOrd="0" destOrd="0" presId="urn:microsoft.com/office/officeart/2005/8/layout/hierarchy1"/>
    <dgm:cxn modelId="{E256F1CD-3D12-4801-9A92-291C3ACA58F0}" type="presOf" srcId="{E1267C0A-A1B7-45C8-AB5B-C28D9BE2DECF}" destId="{F40D2F60-FBEC-4642-97CE-09000E64B5C1}" srcOrd="0" destOrd="0" presId="urn:microsoft.com/office/officeart/2005/8/layout/hierarchy1"/>
    <dgm:cxn modelId="{6F7F66D4-4DBD-4D6B-A1D1-6DD225421831}" srcId="{E1267C0A-A1B7-45C8-AB5B-C28D9BE2DECF}" destId="{9437E833-2090-4DB1-BE6D-AC07D3180C7E}" srcOrd="2" destOrd="0" parTransId="{0F7F0BEF-7D1A-488C-BB07-1D4C63E039D1}" sibTransId="{21B3777E-757D-439E-8E8A-74B97FF7FB7F}"/>
    <dgm:cxn modelId="{79D944E0-2CB9-475B-927C-308522914FC1}" srcId="{E1267C0A-A1B7-45C8-AB5B-C28D9BE2DECF}" destId="{B6E8560B-96F9-4ED8-9A09-C6D7CB1CD902}" srcOrd="1" destOrd="0" parTransId="{50366FE2-329A-49F7-86AA-30CC3C6C1D85}" sibTransId="{DBC17A56-DF0E-4ACC-AE4E-AA605D621E02}"/>
    <dgm:cxn modelId="{C1279CC3-EF5C-45F9-8727-C4221B619C1C}" type="presParOf" srcId="{F40D2F60-FBEC-4642-97CE-09000E64B5C1}" destId="{53D2ACE0-AE22-4096-9106-84A26B16F6F7}" srcOrd="0" destOrd="0" presId="urn:microsoft.com/office/officeart/2005/8/layout/hierarchy1"/>
    <dgm:cxn modelId="{80DA15E1-7FD1-4FF3-BAD8-7EC3285D9900}" type="presParOf" srcId="{53D2ACE0-AE22-4096-9106-84A26B16F6F7}" destId="{746D0822-C99E-4000-B13A-4BB7E8D67659}" srcOrd="0" destOrd="0" presId="urn:microsoft.com/office/officeart/2005/8/layout/hierarchy1"/>
    <dgm:cxn modelId="{0FD4A6A1-E4AB-4822-A05F-969803D05BC9}" type="presParOf" srcId="{746D0822-C99E-4000-B13A-4BB7E8D67659}" destId="{54A700D7-5E3E-422F-8644-9A448F45B361}" srcOrd="0" destOrd="0" presId="urn:microsoft.com/office/officeart/2005/8/layout/hierarchy1"/>
    <dgm:cxn modelId="{2C60D043-660E-47EB-96E9-7896943131AD}" type="presParOf" srcId="{746D0822-C99E-4000-B13A-4BB7E8D67659}" destId="{A1CF23EC-A95D-4CCF-9B78-9596EFF1B477}" srcOrd="1" destOrd="0" presId="urn:microsoft.com/office/officeart/2005/8/layout/hierarchy1"/>
    <dgm:cxn modelId="{C8B75FF4-E82B-4269-B8A7-BBCFF7779989}" type="presParOf" srcId="{53D2ACE0-AE22-4096-9106-84A26B16F6F7}" destId="{2900CB31-DA30-424D-85E1-BC6E3C196D1D}" srcOrd="1" destOrd="0" presId="urn:microsoft.com/office/officeart/2005/8/layout/hierarchy1"/>
    <dgm:cxn modelId="{9855C829-DEEB-42AB-9EBE-78B877A20E14}" type="presParOf" srcId="{F40D2F60-FBEC-4642-97CE-09000E64B5C1}" destId="{D4E798BA-D1DF-4EA8-8FDD-A4073E1CE22B}" srcOrd="1" destOrd="0" presId="urn:microsoft.com/office/officeart/2005/8/layout/hierarchy1"/>
    <dgm:cxn modelId="{022DE435-4930-4134-AEB3-1B671C74AC98}" type="presParOf" srcId="{D4E798BA-D1DF-4EA8-8FDD-A4073E1CE22B}" destId="{2AB511E7-7143-4A18-8B55-D222E8F46166}" srcOrd="0" destOrd="0" presId="urn:microsoft.com/office/officeart/2005/8/layout/hierarchy1"/>
    <dgm:cxn modelId="{AA4257BF-7D1E-4079-AA41-D2FA6D0BB6DA}" type="presParOf" srcId="{2AB511E7-7143-4A18-8B55-D222E8F46166}" destId="{600B2D1A-CF93-4DD8-86B3-62B43238B145}" srcOrd="0" destOrd="0" presId="urn:microsoft.com/office/officeart/2005/8/layout/hierarchy1"/>
    <dgm:cxn modelId="{65D2E577-FB30-4ACD-9BD1-7CD0CBD7D500}" type="presParOf" srcId="{2AB511E7-7143-4A18-8B55-D222E8F46166}" destId="{1097AAD0-C480-44AC-A0EB-B33AF0519B54}" srcOrd="1" destOrd="0" presId="urn:microsoft.com/office/officeart/2005/8/layout/hierarchy1"/>
    <dgm:cxn modelId="{8F5123A3-758C-4A96-9C91-14B0F0370115}" type="presParOf" srcId="{D4E798BA-D1DF-4EA8-8FDD-A4073E1CE22B}" destId="{03C63A58-00C9-4496-9E75-A9057952BABF}" srcOrd="1" destOrd="0" presId="urn:microsoft.com/office/officeart/2005/8/layout/hierarchy1"/>
    <dgm:cxn modelId="{3A774A32-A302-4524-9395-944D0E7688E3}" type="presParOf" srcId="{F40D2F60-FBEC-4642-97CE-09000E64B5C1}" destId="{18544AE6-466A-45F7-959A-1F92242EF1A3}" srcOrd="2" destOrd="0" presId="urn:microsoft.com/office/officeart/2005/8/layout/hierarchy1"/>
    <dgm:cxn modelId="{EF9C663C-8703-4566-9F79-3B7E0C4E1F40}" type="presParOf" srcId="{18544AE6-466A-45F7-959A-1F92242EF1A3}" destId="{ABE59A56-D375-4012-B43D-8788796B78B3}" srcOrd="0" destOrd="0" presId="urn:microsoft.com/office/officeart/2005/8/layout/hierarchy1"/>
    <dgm:cxn modelId="{472669ED-6268-41D7-AC6B-7C6E6DC3979B}" type="presParOf" srcId="{ABE59A56-D375-4012-B43D-8788796B78B3}" destId="{A934565B-5C92-4433-B788-876CE1172E81}" srcOrd="0" destOrd="0" presId="urn:microsoft.com/office/officeart/2005/8/layout/hierarchy1"/>
    <dgm:cxn modelId="{E85BCFAB-DCBB-4734-A647-4D2542FB0BC1}" type="presParOf" srcId="{ABE59A56-D375-4012-B43D-8788796B78B3}" destId="{7903AF47-F1EF-4B7F-97E2-B78AD8441A6A}" srcOrd="1" destOrd="0" presId="urn:microsoft.com/office/officeart/2005/8/layout/hierarchy1"/>
    <dgm:cxn modelId="{8BDAB58E-B00F-47BD-83CE-10D61AEC57FC}" type="presParOf" srcId="{18544AE6-466A-45F7-959A-1F92242EF1A3}" destId="{E97DA436-2495-4CA8-8890-EB79CC3914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B064D1-694A-41F4-B5DB-1553C00C1A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AA8920D1-49C7-41A8-B199-0F63EF4583B7}">
      <dgm:prSet/>
      <dgm:spPr/>
      <dgm:t>
        <a:bodyPr/>
        <a:lstStyle/>
        <a:p>
          <a:r>
            <a:rPr lang="en-US" dirty="0"/>
            <a:t>Models used for prediction:</a:t>
          </a:r>
        </a:p>
      </dgm:t>
    </dgm:pt>
    <dgm:pt modelId="{20E8993A-74B5-49FE-8F87-AA2DE5AB6E09}" type="parTrans" cxnId="{DCC9D0A5-2818-4439-8F9B-D6CAD24AB8D8}">
      <dgm:prSet/>
      <dgm:spPr/>
      <dgm:t>
        <a:bodyPr/>
        <a:lstStyle/>
        <a:p>
          <a:endParaRPr lang="en-US"/>
        </a:p>
      </dgm:t>
    </dgm:pt>
    <dgm:pt modelId="{5CBC6554-A2E2-417E-BBCC-CCF1C2723882}" type="sibTrans" cxnId="{DCC9D0A5-2818-4439-8F9B-D6CAD24AB8D8}">
      <dgm:prSet/>
      <dgm:spPr/>
      <dgm:t>
        <a:bodyPr/>
        <a:lstStyle/>
        <a:p>
          <a:endParaRPr lang="en-US"/>
        </a:p>
      </dgm:t>
    </dgm:pt>
    <dgm:pt modelId="{F54C7B29-9354-4E0C-A7B6-7A35F290D946}">
      <dgm:prSet/>
      <dgm:spPr/>
      <dgm:t>
        <a:bodyPr/>
        <a:lstStyle/>
        <a:p>
          <a:r>
            <a:rPr lang="en-US"/>
            <a:t>• Logistic Regression (baseline)</a:t>
          </a:r>
        </a:p>
      </dgm:t>
    </dgm:pt>
    <dgm:pt modelId="{AE893DF5-06BA-4B2A-AA4A-E8E53EEA1DF5}" type="parTrans" cxnId="{D94517F8-2124-49AC-ACE1-AE03BB965510}">
      <dgm:prSet/>
      <dgm:spPr/>
      <dgm:t>
        <a:bodyPr/>
        <a:lstStyle/>
        <a:p>
          <a:endParaRPr lang="en-US"/>
        </a:p>
      </dgm:t>
    </dgm:pt>
    <dgm:pt modelId="{9DA310B7-3CBC-4BD1-8166-4DC06D66FF30}" type="sibTrans" cxnId="{D94517F8-2124-49AC-ACE1-AE03BB965510}">
      <dgm:prSet/>
      <dgm:spPr/>
      <dgm:t>
        <a:bodyPr/>
        <a:lstStyle/>
        <a:p>
          <a:endParaRPr lang="en-US"/>
        </a:p>
      </dgm:t>
    </dgm:pt>
    <dgm:pt modelId="{3C6D445C-DF95-45C9-AFE5-9A685A38FCF0}">
      <dgm:prSet/>
      <dgm:spPr/>
      <dgm:t>
        <a:bodyPr/>
        <a:lstStyle/>
        <a:p>
          <a:r>
            <a:rPr lang="en-US"/>
            <a:t>• Decision Tree (simple, interpretable)</a:t>
          </a:r>
        </a:p>
      </dgm:t>
    </dgm:pt>
    <dgm:pt modelId="{E06262E8-2953-4932-8EFD-3775140244CC}" type="parTrans" cxnId="{973A3F0A-565E-43D4-8AB9-45D7EF6BE5CF}">
      <dgm:prSet/>
      <dgm:spPr/>
      <dgm:t>
        <a:bodyPr/>
        <a:lstStyle/>
        <a:p>
          <a:endParaRPr lang="en-US"/>
        </a:p>
      </dgm:t>
    </dgm:pt>
    <dgm:pt modelId="{69EA565F-00CC-4693-8B24-66747D6A957A}" type="sibTrans" cxnId="{973A3F0A-565E-43D4-8AB9-45D7EF6BE5CF}">
      <dgm:prSet/>
      <dgm:spPr/>
      <dgm:t>
        <a:bodyPr/>
        <a:lstStyle/>
        <a:p>
          <a:endParaRPr lang="en-US"/>
        </a:p>
      </dgm:t>
    </dgm:pt>
    <dgm:pt modelId="{0B84BE90-CD91-4242-8092-09B670289193}">
      <dgm:prSet/>
      <dgm:spPr/>
      <dgm:t>
        <a:bodyPr/>
        <a:lstStyle/>
        <a:p>
          <a:r>
            <a:rPr lang="en-US"/>
            <a:t>• Random Forest (ensemble, reduces overfitting)</a:t>
          </a:r>
        </a:p>
      </dgm:t>
    </dgm:pt>
    <dgm:pt modelId="{CF83E68D-9DBF-4C2A-919B-5A15E7A51C86}" type="parTrans" cxnId="{FA0D3629-2EC5-4F56-BA4E-600CD17CC895}">
      <dgm:prSet/>
      <dgm:spPr/>
      <dgm:t>
        <a:bodyPr/>
        <a:lstStyle/>
        <a:p>
          <a:endParaRPr lang="en-US"/>
        </a:p>
      </dgm:t>
    </dgm:pt>
    <dgm:pt modelId="{E8217E38-FC7A-4772-B4DE-00BE512CFF2B}" type="sibTrans" cxnId="{FA0D3629-2EC5-4F56-BA4E-600CD17CC895}">
      <dgm:prSet/>
      <dgm:spPr/>
      <dgm:t>
        <a:bodyPr/>
        <a:lstStyle/>
        <a:p>
          <a:endParaRPr lang="en-US"/>
        </a:p>
      </dgm:t>
    </dgm:pt>
    <dgm:pt modelId="{863C7DD8-1B18-49A6-85DD-2253DFFDD334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XGBoost</a:t>
          </a:r>
          <a:r>
            <a:rPr lang="en-US" dirty="0"/>
            <a:t> (gradient boosting, best accuracy &amp; recall balance)</a:t>
          </a:r>
        </a:p>
      </dgm:t>
    </dgm:pt>
    <dgm:pt modelId="{35BF2584-826D-4D4D-9892-4AE3EED5A6F6}" type="parTrans" cxnId="{789B88FA-05C1-45C3-9FBE-4B2F312661C7}">
      <dgm:prSet/>
      <dgm:spPr/>
      <dgm:t>
        <a:bodyPr/>
        <a:lstStyle/>
        <a:p>
          <a:endParaRPr lang="en-US"/>
        </a:p>
      </dgm:t>
    </dgm:pt>
    <dgm:pt modelId="{9EC276D9-63A8-41B9-95A4-8752C9E3B59B}" type="sibTrans" cxnId="{789B88FA-05C1-45C3-9FBE-4B2F312661C7}">
      <dgm:prSet/>
      <dgm:spPr/>
      <dgm:t>
        <a:bodyPr/>
        <a:lstStyle/>
        <a:p>
          <a:endParaRPr lang="en-US"/>
        </a:p>
      </dgm:t>
    </dgm:pt>
    <dgm:pt modelId="{C169FB3D-4B92-4FC1-9074-2731A1E7CDD5}" type="pres">
      <dgm:prSet presAssocID="{49B064D1-694A-41F4-B5DB-1553C00C1A6E}" presName="root" presStyleCnt="0">
        <dgm:presLayoutVars>
          <dgm:dir/>
          <dgm:resizeHandles val="exact"/>
        </dgm:presLayoutVars>
      </dgm:prSet>
      <dgm:spPr/>
    </dgm:pt>
    <dgm:pt modelId="{B95E3707-5694-4758-BDC3-DB937878048E}" type="pres">
      <dgm:prSet presAssocID="{AA8920D1-49C7-41A8-B199-0F63EF4583B7}" presName="compNode" presStyleCnt="0"/>
      <dgm:spPr/>
    </dgm:pt>
    <dgm:pt modelId="{42807D65-63FB-499F-96C4-12CDC740803B}" type="pres">
      <dgm:prSet presAssocID="{AA8920D1-49C7-41A8-B199-0F63EF4583B7}" presName="bgRect" presStyleLbl="bgShp" presStyleIdx="0" presStyleCnt="5"/>
      <dgm:spPr/>
    </dgm:pt>
    <dgm:pt modelId="{94CDA77F-3998-498B-B3B7-74727E622C6E}" type="pres">
      <dgm:prSet presAssocID="{AA8920D1-49C7-41A8-B199-0F63EF4583B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357CC1C-B783-41EA-8AB9-2FC9149086EB}" type="pres">
      <dgm:prSet presAssocID="{AA8920D1-49C7-41A8-B199-0F63EF4583B7}" presName="spaceRect" presStyleCnt="0"/>
      <dgm:spPr/>
    </dgm:pt>
    <dgm:pt modelId="{EBEE59A5-C7A1-4AE9-BA83-CA1F072DBF4B}" type="pres">
      <dgm:prSet presAssocID="{AA8920D1-49C7-41A8-B199-0F63EF4583B7}" presName="parTx" presStyleLbl="revTx" presStyleIdx="0" presStyleCnt="5">
        <dgm:presLayoutVars>
          <dgm:chMax val="0"/>
          <dgm:chPref val="0"/>
        </dgm:presLayoutVars>
      </dgm:prSet>
      <dgm:spPr/>
    </dgm:pt>
    <dgm:pt modelId="{89AF809E-7DE3-4F76-A0AC-46D547B26F77}" type="pres">
      <dgm:prSet presAssocID="{5CBC6554-A2E2-417E-BBCC-CCF1C2723882}" presName="sibTrans" presStyleCnt="0"/>
      <dgm:spPr/>
    </dgm:pt>
    <dgm:pt modelId="{DD0041CD-D212-4E26-B599-476F2AA4486C}" type="pres">
      <dgm:prSet presAssocID="{F54C7B29-9354-4E0C-A7B6-7A35F290D946}" presName="compNode" presStyleCnt="0"/>
      <dgm:spPr/>
    </dgm:pt>
    <dgm:pt modelId="{93722250-B5AE-47D1-ABB4-D0A46008FFD1}" type="pres">
      <dgm:prSet presAssocID="{F54C7B29-9354-4E0C-A7B6-7A35F290D946}" presName="bgRect" presStyleLbl="bgShp" presStyleIdx="1" presStyleCnt="5"/>
      <dgm:spPr/>
    </dgm:pt>
    <dgm:pt modelId="{1D0A56B4-7CCE-4078-BF6E-32B2C73659DE}" type="pres">
      <dgm:prSet presAssocID="{F54C7B29-9354-4E0C-A7B6-7A35F290D9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DEBCFD-B684-4A68-962A-06CDB599BFB8}" type="pres">
      <dgm:prSet presAssocID="{F54C7B29-9354-4E0C-A7B6-7A35F290D946}" presName="spaceRect" presStyleCnt="0"/>
      <dgm:spPr/>
    </dgm:pt>
    <dgm:pt modelId="{AB731973-1422-4A23-9332-11B9F54A1F10}" type="pres">
      <dgm:prSet presAssocID="{F54C7B29-9354-4E0C-A7B6-7A35F290D946}" presName="parTx" presStyleLbl="revTx" presStyleIdx="1" presStyleCnt="5">
        <dgm:presLayoutVars>
          <dgm:chMax val="0"/>
          <dgm:chPref val="0"/>
        </dgm:presLayoutVars>
      </dgm:prSet>
      <dgm:spPr/>
    </dgm:pt>
    <dgm:pt modelId="{645003AC-F5F5-463B-8092-49F00E6220C1}" type="pres">
      <dgm:prSet presAssocID="{9DA310B7-3CBC-4BD1-8166-4DC06D66FF30}" presName="sibTrans" presStyleCnt="0"/>
      <dgm:spPr/>
    </dgm:pt>
    <dgm:pt modelId="{98D79F4D-267E-4A0E-8709-E6714A5ED542}" type="pres">
      <dgm:prSet presAssocID="{3C6D445C-DF95-45C9-AFE5-9A685A38FCF0}" presName="compNode" presStyleCnt="0"/>
      <dgm:spPr/>
    </dgm:pt>
    <dgm:pt modelId="{92491A01-B25A-448C-95C4-E23AA0E0BBF2}" type="pres">
      <dgm:prSet presAssocID="{3C6D445C-DF95-45C9-AFE5-9A685A38FCF0}" presName="bgRect" presStyleLbl="bgShp" presStyleIdx="2" presStyleCnt="5"/>
      <dgm:spPr/>
    </dgm:pt>
    <dgm:pt modelId="{A1DC27E0-3E25-4243-BFE4-A8CAEBED97A2}" type="pres">
      <dgm:prSet presAssocID="{3C6D445C-DF95-45C9-AFE5-9A685A38FCF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53035032-1E93-40DA-B6E0-AB22E36C9F8F}" type="pres">
      <dgm:prSet presAssocID="{3C6D445C-DF95-45C9-AFE5-9A685A38FCF0}" presName="spaceRect" presStyleCnt="0"/>
      <dgm:spPr/>
    </dgm:pt>
    <dgm:pt modelId="{22930FF6-5DE0-4062-996D-F75E2F209FCA}" type="pres">
      <dgm:prSet presAssocID="{3C6D445C-DF95-45C9-AFE5-9A685A38FCF0}" presName="parTx" presStyleLbl="revTx" presStyleIdx="2" presStyleCnt="5">
        <dgm:presLayoutVars>
          <dgm:chMax val="0"/>
          <dgm:chPref val="0"/>
        </dgm:presLayoutVars>
      </dgm:prSet>
      <dgm:spPr/>
    </dgm:pt>
    <dgm:pt modelId="{A0FB21B0-C6A1-432B-8974-E1ADE8A63F27}" type="pres">
      <dgm:prSet presAssocID="{69EA565F-00CC-4693-8B24-66747D6A957A}" presName="sibTrans" presStyleCnt="0"/>
      <dgm:spPr/>
    </dgm:pt>
    <dgm:pt modelId="{2EA0826D-2384-44C2-A32E-99A2F7A58D53}" type="pres">
      <dgm:prSet presAssocID="{0B84BE90-CD91-4242-8092-09B670289193}" presName="compNode" presStyleCnt="0"/>
      <dgm:spPr/>
    </dgm:pt>
    <dgm:pt modelId="{A761F284-BFFD-4B6D-AE1A-4DE3926C2945}" type="pres">
      <dgm:prSet presAssocID="{0B84BE90-CD91-4242-8092-09B670289193}" presName="bgRect" presStyleLbl="bgShp" presStyleIdx="3" presStyleCnt="5"/>
      <dgm:spPr/>
    </dgm:pt>
    <dgm:pt modelId="{ADCA2390-2571-427B-98D3-72ACD22B6290}" type="pres">
      <dgm:prSet presAssocID="{0B84BE90-CD91-4242-8092-09B67028919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C45BDC83-A36B-4552-869A-D77736C9E518}" type="pres">
      <dgm:prSet presAssocID="{0B84BE90-CD91-4242-8092-09B670289193}" presName="spaceRect" presStyleCnt="0"/>
      <dgm:spPr/>
    </dgm:pt>
    <dgm:pt modelId="{D49899D9-19D2-4F45-A8FF-9FBFF96E314C}" type="pres">
      <dgm:prSet presAssocID="{0B84BE90-CD91-4242-8092-09B670289193}" presName="parTx" presStyleLbl="revTx" presStyleIdx="3" presStyleCnt="5">
        <dgm:presLayoutVars>
          <dgm:chMax val="0"/>
          <dgm:chPref val="0"/>
        </dgm:presLayoutVars>
      </dgm:prSet>
      <dgm:spPr/>
    </dgm:pt>
    <dgm:pt modelId="{4C40256C-716E-4C22-9A0C-9A3FCB235399}" type="pres">
      <dgm:prSet presAssocID="{E8217E38-FC7A-4772-B4DE-00BE512CFF2B}" presName="sibTrans" presStyleCnt="0"/>
      <dgm:spPr/>
    </dgm:pt>
    <dgm:pt modelId="{DD42BCE3-71D7-4173-9A76-F8BC4E06EB3F}" type="pres">
      <dgm:prSet presAssocID="{863C7DD8-1B18-49A6-85DD-2253DFFDD334}" presName="compNode" presStyleCnt="0"/>
      <dgm:spPr/>
    </dgm:pt>
    <dgm:pt modelId="{1C5414BB-F5B2-49AC-BB36-21A16CEC6ED1}" type="pres">
      <dgm:prSet presAssocID="{863C7DD8-1B18-49A6-85DD-2253DFFDD334}" presName="bgRect" presStyleLbl="bgShp" presStyleIdx="4" presStyleCnt="5"/>
      <dgm:spPr/>
    </dgm:pt>
    <dgm:pt modelId="{607A1525-8378-4694-B829-F635AD7798D9}" type="pres">
      <dgm:prSet presAssocID="{863C7DD8-1B18-49A6-85DD-2253DFFDD33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F1EE3A3-E484-4DFD-92A5-C15C43CB7C96}" type="pres">
      <dgm:prSet presAssocID="{863C7DD8-1B18-49A6-85DD-2253DFFDD334}" presName="spaceRect" presStyleCnt="0"/>
      <dgm:spPr/>
    </dgm:pt>
    <dgm:pt modelId="{083AB3C8-1D4F-4CEE-9914-02D05C85AC64}" type="pres">
      <dgm:prSet presAssocID="{863C7DD8-1B18-49A6-85DD-2253DFFDD33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73A3F0A-565E-43D4-8AB9-45D7EF6BE5CF}" srcId="{49B064D1-694A-41F4-B5DB-1553C00C1A6E}" destId="{3C6D445C-DF95-45C9-AFE5-9A685A38FCF0}" srcOrd="2" destOrd="0" parTransId="{E06262E8-2953-4932-8EFD-3775140244CC}" sibTransId="{69EA565F-00CC-4693-8B24-66747D6A957A}"/>
    <dgm:cxn modelId="{5599690D-CA5D-48CC-93CF-77D6AAEAE3F2}" type="presOf" srcId="{F54C7B29-9354-4E0C-A7B6-7A35F290D946}" destId="{AB731973-1422-4A23-9332-11B9F54A1F10}" srcOrd="0" destOrd="0" presId="urn:microsoft.com/office/officeart/2018/2/layout/IconVerticalSolidList"/>
    <dgm:cxn modelId="{A554990F-F9EB-4BA5-8773-ABD300598E0E}" type="presOf" srcId="{AA8920D1-49C7-41A8-B199-0F63EF4583B7}" destId="{EBEE59A5-C7A1-4AE9-BA83-CA1F072DBF4B}" srcOrd="0" destOrd="0" presId="urn:microsoft.com/office/officeart/2018/2/layout/IconVerticalSolidList"/>
    <dgm:cxn modelId="{FA0D3629-2EC5-4F56-BA4E-600CD17CC895}" srcId="{49B064D1-694A-41F4-B5DB-1553C00C1A6E}" destId="{0B84BE90-CD91-4242-8092-09B670289193}" srcOrd="3" destOrd="0" parTransId="{CF83E68D-9DBF-4C2A-919B-5A15E7A51C86}" sibTransId="{E8217E38-FC7A-4772-B4DE-00BE512CFF2B}"/>
    <dgm:cxn modelId="{F301EC4F-A7F3-484F-9CAD-6819C0806596}" type="presOf" srcId="{49B064D1-694A-41F4-B5DB-1553C00C1A6E}" destId="{C169FB3D-4B92-4FC1-9074-2731A1E7CDD5}" srcOrd="0" destOrd="0" presId="urn:microsoft.com/office/officeart/2018/2/layout/IconVerticalSolidList"/>
    <dgm:cxn modelId="{3661ED7E-9391-4843-8FC8-E69E072C3156}" type="presOf" srcId="{3C6D445C-DF95-45C9-AFE5-9A685A38FCF0}" destId="{22930FF6-5DE0-4062-996D-F75E2F209FCA}" srcOrd="0" destOrd="0" presId="urn:microsoft.com/office/officeart/2018/2/layout/IconVerticalSolidList"/>
    <dgm:cxn modelId="{DCC9D0A5-2818-4439-8F9B-D6CAD24AB8D8}" srcId="{49B064D1-694A-41F4-B5DB-1553C00C1A6E}" destId="{AA8920D1-49C7-41A8-B199-0F63EF4583B7}" srcOrd="0" destOrd="0" parTransId="{20E8993A-74B5-49FE-8F87-AA2DE5AB6E09}" sibTransId="{5CBC6554-A2E2-417E-BBCC-CCF1C2723882}"/>
    <dgm:cxn modelId="{7CD698C7-ED87-4723-B91E-779037A6AB82}" type="presOf" srcId="{863C7DD8-1B18-49A6-85DD-2253DFFDD334}" destId="{083AB3C8-1D4F-4CEE-9914-02D05C85AC64}" srcOrd="0" destOrd="0" presId="urn:microsoft.com/office/officeart/2018/2/layout/IconVerticalSolidList"/>
    <dgm:cxn modelId="{D94517F8-2124-49AC-ACE1-AE03BB965510}" srcId="{49B064D1-694A-41F4-B5DB-1553C00C1A6E}" destId="{F54C7B29-9354-4E0C-A7B6-7A35F290D946}" srcOrd="1" destOrd="0" parTransId="{AE893DF5-06BA-4B2A-AA4A-E8E53EEA1DF5}" sibTransId="{9DA310B7-3CBC-4BD1-8166-4DC06D66FF30}"/>
    <dgm:cxn modelId="{789B88FA-05C1-45C3-9FBE-4B2F312661C7}" srcId="{49B064D1-694A-41F4-B5DB-1553C00C1A6E}" destId="{863C7DD8-1B18-49A6-85DD-2253DFFDD334}" srcOrd="4" destOrd="0" parTransId="{35BF2584-826D-4D4D-9892-4AE3EED5A6F6}" sibTransId="{9EC276D9-63A8-41B9-95A4-8752C9E3B59B}"/>
    <dgm:cxn modelId="{E06DD6FB-F582-4E67-8912-69E1623BCA8C}" type="presOf" srcId="{0B84BE90-CD91-4242-8092-09B670289193}" destId="{D49899D9-19D2-4F45-A8FF-9FBFF96E314C}" srcOrd="0" destOrd="0" presId="urn:microsoft.com/office/officeart/2018/2/layout/IconVerticalSolidList"/>
    <dgm:cxn modelId="{6FAB8571-A1E9-49E8-9C83-AC2EAF404D56}" type="presParOf" srcId="{C169FB3D-4B92-4FC1-9074-2731A1E7CDD5}" destId="{B95E3707-5694-4758-BDC3-DB937878048E}" srcOrd="0" destOrd="0" presId="urn:microsoft.com/office/officeart/2018/2/layout/IconVerticalSolidList"/>
    <dgm:cxn modelId="{F3A3FFC2-0C63-4ABB-86CC-7D690B775FFF}" type="presParOf" srcId="{B95E3707-5694-4758-BDC3-DB937878048E}" destId="{42807D65-63FB-499F-96C4-12CDC740803B}" srcOrd="0" destOrd="0" presId="urn:microsoft.com/office/officeart/2018/2/layout/IconVerticalSolidList"/>
    <dgm:cxn modelId="{BDDE8DF6-F883-499B-A0C7-4DD430DE3193}" type="presParOf" srcId="{B95E3707-5694-4758-BDC3-DB937878048E}" destId="{94CDA77F-3998-498B-B3B7-74727E622C6E}" srcOrd="1" destOrd="0" presId="urn:microsoft.com/office/officeart/2018/2/layout/IconVerticalSolidList"/>
    <dgm:cxn modelId="{A637DB56-26FD-43C8-B527-84B5A8EFC0B2}" type="presParOf" srcId="{B95E3707-5694-4758-BDC3-DB937878048E}" destId="{E357CC1C-B783-41EA-8AB9-2FC9149086EB}" srcOrd="2" destOrd="0" presId="urn:microsoft.com/office/officeart/2018/2/layout/IconVerticalSolidList"/>
    <dgm:cxn modelId="{4A4CB6E1-7A9A-4092-8E7D-B65A1A7F070C}" type="presParOf" srcId="{B95E3707-5694-4758-BDC3-DB937878048E}" destId="{EBEE59A5-C7A1-4AE9-BA83-CA1F072DBF4B}" srcOrd="3" destOrd="0" presId="urn:microsoft.com/office/officeart/2018/2/layout/IconVerticalSolidList"/>
    <dgm:cxn modelId="{65057F25-C55A-4142-8AA2-F1AFD7931643}" type="presParOf" srcId="{C169FB3D-4B92-4FC1-9074-2731A1E7CDD5}" destId="{89AF809E-7DE3-4F76-A0AC-46D547B26F77}" srcOrd="1" destOrd="0" presId="urn:microsoft.com/office/officeart/2018/2/layout/IconVerticalSolidList"/>
    <dgm:cxn modelId="{3BA52A30-ED00-401A-8DF8-68F69E0818CE}" type="presParOf" srcId="{C169FB3D-4B92-4FC1-9074-2731A1E7CDD5}" destId="{DD0041CD-D212-4E26-B599-476F2AA4486C}" srcOrd="2" destOrd="0" presId="urn:microsoft.com/office/officeart/2018/2/layout/IconVerticalSolidList"/>
    <dgm:cxn modelId="{78BFC757-41CC-4FC7-8915-64A194D5D6CF}" type="presParOf" srcId="{DD0041CD-D212-4E26-B599-476F2AA4486C}" destId="{93722250-B5AE-47D1-ABB4-D0A46008FFD1}" srcOrd="0" destOrd="0" presId="urn:microsoft.com/office/officeart/2018/2/layout/IconVerticalSolidList"/>
    <dgm:cxn modelId="{1AFE4DB4-E047-4CDC-8FFD-BF2780B9A3F4}" type="presParOf" srcId="{DD0041CD-D212-4E26-B599-476F2AA4486C}" destId="{1D0A56B4-7CCE-4078-BF6E-32B2C73659DE}" srcOrd="1" destOrd="0" presId="urn:microsoft.com/office/officeart/2018/2/layout/IconVerticalSolidList"/>
    <dgm:cxn modelId="{75EFFCAE-C4A5-481C-8535-D4EF0E970095}" type="presParOf" srcId="{DD0041CD-D212-4E26-B599-476F2AA4486C}" destId="{1CDEBCFD-B684-4A68-962A-06CDB599BFB8}" srcOrd="2" destOrd="0" presId="urn:microsoft.com/office/officeart/2018/2/layout/IconVerticalSolidList"/>
    <dgm:cxn modelId="{7FA16AB4-082A-48D2-B29A-89EFAD6E50CB}" type="presParOf" srcId="{DD0041CD-D212-4E26-B599-476F2AA4486C}" destId="{AB731973-1422-4A23-9332-11B9F54A1F10}" srcOrd="3" destOrd="0" presId="urn:microsoft.com/office/officeart/2018/2/layout/IconVerticalSolidList"/>
    <dgm:cxn modelId="{EEDABA7F-B8A8-4B25-BBD4-4DA741EDDFF5}" type="presParOf" srcId="{C169FB3D-4B92-4FC1-9074-2731A1E7CDD5}" destId="{645003AC-F5F5-463B-8092-49F00E6220C1}" srcOrd="3" destOrd="0" presId="urn:microsoft.com/office/officeart/2018/2/layout/IconVerticalSolidList"/>
    <dgm:cxn modelId="{46658EEC-FBA5-4372-B8F6-C6D48B7A29E6}" type="presParOf" srcId="{C169FB3D-4B92-4FC1-9074-2731A1E7CDD5}" destId="{98D79F4D-267E-4A0E-8709-E6714A5ED542}" srcOrd="4" destOrd="0" presId="urn:microsoft.com/office/officeart/2018/2/layout/IconVerticalSolidList"/>
    <dgm:cxn modelId="{95CC0FA8-623E-4D05-8C31-7A7772CAFA3F}" type="presParOf" srcId="{98D79F4D-267E-4A0E-8709-E6714A5ED542}" destId="{92491A01-B25A-448C-95C4-E23AA0E0BBF2}" srcOrd="0" destOrd="0" presId="urn:microsoft.com/office/officeart/2018/2/layout/IconVerticalSolidList"/>
    <dgm:cxn modelId="{26110BF2-15DF-40BC-827E-1B2BD6827384}" type="presParOf" srcId="{98D79F4D-267E-4A0E-8709-E6714A5ED542}" destId="{A1DC27E0-3E25-4243-BFE4-A8CAEBED97A2}" srcOrd="1" destOrd="0" presId="urn:microsoft.com/office/officeart/2018/2/layout/IconVerticalSolidList"/>
    <dgm:cxn modelId="{24618668-C2C3-4B13-A423-E5B3A31C227A}" type="presParOf" srcId="{98D79F4D-267E-4A0E-8709-E6714A5ED542}" destId="{53035032-1E93-40DA-B6E0-AB22E36C9F8F}" srcOrd="2" destOrd="0" presId="urn:microsoft.com/office/officeart/2018/2/layout/IconVerticalSolidList"/>
    <dgm:cxn modelId="{3AD05147-6B19-4EBC-A3FA-F9F8B78C0B88}" type="presParOf" srcId="{98D79F4D-267E-4A0E-8709-E6714A5ED542}" destId="{22930FF6-5DE0-4062-996D-F75E2F209FCA}" srcOrd="3" destOrd="0" presId="urn:microsoft.com/office/officeart/2018/2/layout/IconVerticalSolidList"/>
    <dgm:cxn modelId="{09785DC0-8E19-4FDC-A50C-F158260B7FE4}" type="presParOf" srcId="{C169FB3D-4B92-4FC1-9074-2731A1E7CDD5}" destId="{A0FB21B0-C6A1-432B-8974-E1ADE8A63F27}" srcOrd="5" destOrd="0" presId="urn:microsoft.com/office/officeart/2018/2/layout/IconVerticalSolidList"/>
    <dgm:cxn modelId="{A10D451E-78CD-4044-A402-C5ABE448740E}" type="presParOf" srcId="{C169FB3D-4B92-4FC1-9074-2731A1E7CDD5}" destId="{2EA0826D-2384-44C2-A32E-99A2F7A58D53}" srcOrd="6" destOrd="0" presId="urn:microsoft.com/office/officeart/2018/2/layout/IconVerticalSolidList"/>
    <dgm:cxn modelId="{36A6B7D1-8017-450A-B131-2D140A7D3A4C}" type="presParOf" srcId="{2EA0826D-2384-44C2-A32E-99A2F7A58D53}" destId="{A761F284-BFFD-4B6D-AE1A-4DE3926C2945}" srcOrd="0" destOrd="0" presId="urn:microsoft.com/office/officeart/2018/2/layout/IconVerticalSolidList"/>
    <dgm:cxn modelId="{D941C9F7-76B1-4409-8AD1-3398CD6CEA09}" type="presParOf" srcId="{2EA0826D-2384-44C2-A32E-99A2F7A58D53}" destId="{ADCA2390-2571-427B-98D3-72ACD22B6290}" srcOrd="1" destOrd="0" presId="urn:microsoft.com/office/officeart/2018/2/layout/IconVerticalSolidList"/>
    <dgm:cxn modelId="{2E3A1FF2-2B0E-49F6-84FB-F972DD42BCF7}" type="presParOf" srcId="{2EA0826D-2384-44C2-A32E-99A2F7A58D53}" destId="{C45BDC83-A36B-4552-869A-D77736C9E518}" srcOrd="2" destOrd="0" presId="urn:microsoft.com/office/officeart/2018/2/layout/IconVerticalSolidList"/>
    <dgm:cxn modelId="{36EA6DB5-ADBA-4025-AF69-74803C8981F8}" type="presParOf" srcId="{2EA0826D-2384-44C2-A32E-99A2F7A58D53}" destId="{D49899D9-19D2-4F45-A8FF-9FBFF96E314C}" srcOrd="3" destOrd="0" presId="urn:microsoft.com/office/officeart/2018/2/layout/IconVerticalSolidList"/>
    <dgm:cxn modelId="{8A7D67CC-CE33-4D21-99A5-19EF6E684F4E}" type="presParOf" srcId="{C169FB3D-4B92-4FC1-9074-2731A1E7CDD5}" destId="{4C40256C-716E-4C22-9A0C-9A3FCB235399}" srcOrd="7" destOrd="0" presId="urn:microsoft.com/office/officeart/2018/2/layout/IconVerticalSolidList"/>
    <dgm:cxn modelId="{AD1FDFF7-E8E7-499C-9CAC-8977E5DBB05A}" type="presParOf" srcId="{C169FB3D-4B92-4FC1-9074-2731A1E7CDD5}" destId="{DD42BCE3-71D7-4173-9A76-F8BC4E06EB3F}" srcOrd="8" destOrd="0" presId="urn:microsoft.com/office/officeart/2018/2/layout/IconVerticalSolidList"/>
    <dgm:cxn modelId="{02843D1F-B288-4242-B8EC-D83FF5719E0A}" type="presParOf" srcId="{DD42BCE3-71D7-4173-9A76-F8BC4E06EB3F}" destId="{1C5414BB-F5B2-49AC-BB36-21A16CEC6ED1}" srcOrd="0" destOrd="0" presId="urn:microsoft.com/office/officeart/2018/2/layout/IconVerticalSolidList"/>
    <dgm:cxn modelId="{C0B104D7-1581-48C7-8444-B224D5F97EBB}" type="presParOf" srcId="{DD42BCE3-71D7-4173-9A76-F8BC4E06EB3F}" destId="{607A1525-8378-4694-B829-F635AD7798D9}" srcOrd="1" destOrd="0" presId="urn:microsoft.com/office/officeart/2018/2/layout/IconVerticalSolidList"/>
    <dgm:cxn modelId="{26207775-753D-4634-BA02-F484262B460D}" type="presParOf" srcId="{DD42BCE3-71D7-4173-9A76-F8BC4E06EB3F}" destId="{FF1EE3A3-E484-4DFD-92A5-C15C43CB7C96}" srcOrd="2" destOrd="0" presId="urn:microsoft.com/office/officeart/2018/2/layout/IconVerticalSolidList"/>
    <dgm:cxn modelId="{2BE24BF8-8CC9-48D3-9DDA-4DD000BB0A96}" type="presParOf" srcId="{DD42BCE3-71D7-4173-9A76-F8BC4E06EB3F}" destId="{083AB3C8-1D4F-4CEE-9914-02D05C85AC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4F013F-82E9-447D-9B29-19B750BEE63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F6DE73-A553-457C-AA56-A74FA12691A9}">
      <dgm:prSet/>
      <dgm:spPr/>
      <dgm:t>
        <a:bodyPr/>
        <a:lstStyle/>
        <a:p>
          <a:r>
            <a:rPr lang="en-US" b="1"/>
            <a:t>Top features affecting campaign success</a:t>
          </a:r>
          <a:r>
            <a:rPr lang="en-US"/>
            <a:t>:</a:t>
          </a:r>
        </a:p>
      </dgm:t>
    </dgm:pt>
    <dgm:pt modelId="{05392F82-3859-4108-B64B-D2F9F4775FA3}" type="parTrans" cxnId="{A1AB433E-2890-42FB-ABAF-E9526887F5D0}">
      <dgm:prSet/>
      <dgm:spPr/>
      <dgm:t>
        <a:bodyPr/>
        <a:lstStyle/>
        <a:p>
          <a:endParaRPr lang="en-US"/>
        </a:p>
      </dgm:t>
    </dgm:pt>
    <dgm:pt modelId="{32A25F2D-92BA-4707-A845-5006D1FF0F2B}" type="sibTrans" cxnId="{A1AB433E-2890-42FB-ABAF-E9526887F5D0}">
      <dgm:prSet/>
      <dgm:spPr/>
      <dgm:t>
        <a:bodyPr/>
        <a:lstStyle/>
        <a:p>
          <a:endParaRPr lang="en-US"/>
        </a:p>
      </dgm:t>
    </dgm:pt>
    <dgm:pt modelId="{CB6EE1D3-373D-43F3-A8C8-76CC057BC780}">
      <dgm:prSet/>
      <dgm:spPr/>
      <dgm:t>
        <a:bodyPr/>
        <a:lstStyle/>
        <a:p>
          <a:r>
            <a:rPr lang="en-US"/>
            <a:t>• previous campaign outcome</a:t>
          </a:r>
        </a:p>
      </dgm:t>
    </dgm:pt>
    <dgm:pt modelId="{31D6E925-05B6-4FBC-B141-685E161CFE78}" type="parTrans" cxnId="{03730ADC-34DA-4D0B-9D20-F3D02714B902}">
      <dgm:prSet/>
      <dgm:spPr/>
      <dgm:t>
        <a:bodyPr/>
        <a:lstStyle/>
        <a:p>
          <a:endParaRPr lang="en-US"/>
        </a:p>
      </dgm:t>
    </dgm:pt>
    <dgm:pt modelId="{6113B24A-624F-4522-BE3B-D0DC18DA518D}" type="sibTrans" cxnId="{03730ADC-34DA-4D0B-9D20-F3D02714B902}">
      <dgm:prSet/>
      <dgm:spPr/>
      <dgm:t>
        <a:bodyPr/>
        <a:lstStyle/>
        <a:p>
          <a:endParaRPr lang="en-US"/>
        </a:p>
      </dgm:t>
    </dgm:pt>
    <dgm:pt modelId="{A499046F-ED03-438E-9E0D-5C31390CEFAD}">
      <dgm:prSet/>
      <dgm:spPr/>
      <dgm:t>
        <a:bodyPr/>
        <a:lstStyle/>
        <a:p>
          <a:r>
            <a:rPr lang="en-US"/>
            <a:t>• contact history</a:t>
          </a:r>
        </a:p>
      </dgm:t>
    </dgm:pt>
    <dgm:pt modelId="{924B3427-4E72-4899-AFD7-56AC22E2C820}" type="parTrans" cxnId="{0BC91D45-A51E-49CF-88E1-89DBE8F865D2}">
      <dgm:prSet/>
      <dgm:spPr/>
      <dgm:t>
        <a:bodyPr/>
        <a:lstStyle/>
        <a:p>
          <a:endParaRPr lang="en-US"/>
        </a:p>
      </dgm:t>
    </dgm:pt>
    <dgm:pt modelId="{04060CDA-9A54-4D53-BC0F-E7764F4260D7}" type="sibTrans" cxnId="{0BC91D45-A51E-49CF-88E1-89DBE8F865D2}">
      <dgm:prSet/>
      <dgm:spPr/>
      <dgm:t>
        <a:bodyPr/>
        <a:lstStyle/>
        <a:p>
          <a:endParaRPr lang="en-US"/>
        </a:p>
      </dgm:t>
    </dgm:pt>
    <dgm:pt modelId="{BDE664D7-29E1-485A-94EA-74579867BBD4}">
      <dgm:prSet/>
      <dgm:spPr/>
      <dgm:t>
        <a:bodyPr/>
        <a:lstStyle/>
        <a:p>
          <a:r>
            <a:rPr lang="en-US"/>
            <a:t>• euribor3m</a:t>
          </a:r>
        </a:p>
      </dgm:t>
    </dgm:pt>
    <dgm:pt modelId="{43BD6FF6-B0B7-4270-BCAB-8367BAEC3D75}" type="parTrans" cxnId="{6ACD5921-4D2B-49CE-B1E4-9C4724DC90F6}">
      <dgm:prSet/>
      <dgm:spPr/>
      <dgm:t>
        <a:bodyPr/>
        <a:lstStyle/>
        <a:p>
          <a:endParaRPr lang="en-US"/>
        </a:p>
      </dgm:t>
    </dgm:pt>
    <dgm:pt modelId="{5DE72698-EB91-4B40-A43C-1368367D9740}" type="sibTrans" cxnId="{6ACD5921-4D2B-49CE-B1E4-9C4724DC90F6}">
      <dgm:prSet/>
      <dgm:spPr/>
      <dgm:t>
        <a:bodyPr/>
        <a:lstStyle/>
        <a:p>
          <a:endParaRPr lang="en-US"/>
        </a:p>
      </dgm:t>
    </dgm:pt>
    <dgm:pt modelId="{5BBE4EFE-6BDB-4567-9087-37F672CF095E}">
      <dgm:prSet/>
      <dgm:spPr/>
      <dgm:t>
        <a:bodyPr/>
        <a:lstStyle/>
        <a:p>
          <a:r>
            <a:rPr lang="en-US"/>
            <a:t>• age</a:t>
          </a:r>
        </a:p>
      </dgm:t>
    </dgm:pt>
    <dgm:pt modelId="{F1E1702E-98D8-406E-852A-943C31E78A33}" type="parTrans" cxnId="{39617272-0BA4-41FF-9C50-16BC29EBEC30}">
      <dgm:prSet/>
      <dgm:spPr/>
      <dgm:t>
        <a:bodyPr/>
        <a:lstStyle/>
        <a:p>
          <a:endParaRPr lang="en-US"/>
        </a:p>
      </dgm:t>
    </dgm:pt>
    <dgm:pt modelId="{DFE3294B-D4BF-428B-BCC5-DF3A29A10D7D}" type="sibTrans" cxnId="{39617272-0BA4-41FF-9C50-16BC29EBEC30}">
      <dgm:prSet/>
      <dgm:spPr/>
      <dgm:t>
        <a:bodyPr/>
        <a:lstStyle/>
        <a:p>
          <a:endParaRPr lang="en-US"/>
        </a:p>
      </dgm:t>
    </dgm:pt>
    <dgm:pt modelId="{1FB40F0D-66E2-4CAC-B3E1-DC44C87EE2B1}">
      <dgm:prSet/>
      <dgm:spPr/>
      <dgm:t>
        <a:bodyPr/>
        <a:lstStyle/>
        <a:p>
          <a:r>
            <a:rPr lang="en-US"/>
            <a:t>• contact type</a:t>
          </a:r>
        </a:p>
      </dgm:t>
    </dgm:pt>
    <dgm:pt modelId="{D159EA06-FCFD-4D0D-9677-D63C5849C284}" type="parTrans" cxnId="{38E6D72E-5DA6-48C0-9FC2-21BF3578D5F1}">
      <dgm:prSet/>
      <dgm:spPr/>
      <dgm:t>
        <a:bodyPr/>
        <a:lstStyle/>
        <a:p>
          <a:endParaRPr lang="en-US"/>
        </a:p>
      </dgm:t>
    </dgm:pt>
    <dgm:pt modelId="{A5E16C26-469E-41F3-A821-773FA17F5617}" type="sibTrans" cxnId="{38E6D72E-5DA6-48C0-9FC2-21BF3578D5F1}">
      <dgm:prSet/>
      <dgm:spPr/>
      <dgm:t>
        <a:bodyPr/>
        <a:lstStyle/>
        <a:p>
          <a:endParaRPr lang="en-US"/>
        </a:p>
      </dgm:t>
    </dgm:pt>
    <dgm:pt modelId="{DA58F62B-FA11-48D0-AAC6-76DFA4B8AB70}">
      <dgm:prSet/>
      <dgm:spPr/>
      <dgm:t>
        <a:bodyPr/>
        <a:lstStyle/>
        <a:p>
          <a:endParaRPr lang="en-US" dirty="0"/>
        </a:p>
      </dgm:t>
    </dgm:pt>
    <dgm:pt modelId="{E3714B8E-BF0C-4025-B649-22AC4E5EB8D0}" type="parTrans" cxnId="{CE55021A-735A-455A-B98E-BE7F1FACC32C}">
      <dgm:prSet/>
      <dgm:spPr/>
      <dgm:t>
        <a:bodyPr/>
        <a:lstStyle/>
        <a:p>
          <a:endParaRPr lang="en-US"/>
        </a:p>
      </dgm:t>
    </dgm:pt>
    <dgm:pt modelId="{4470B783-1797-458D-B017-57B7DEEE47A4}" type="sibTrans" cxnId="{CE55021A-735A-455A-B98E-BE7F1FACC32C}">
      <dgm:prSet/>
      <dgm:spPr/>
      <dgm:t>
        <a:bodyPr/>
        <a:lstStyle/>
        <a:p>
          <a:endParaRPr lang="en-US"/>
        </a:p>
      </dgm:t>
    </dgm:pt>
    <dgm:pt modelId="{EC24EA99-1884-44B6-8D47-4790D4328E7B}" type="pres">
      <dgm:prSet presAssocID="{DE4F013F-82E9-447D-9B29-19B750BEE633}" presName="vert0" presStyleCnt="0">
        <dgm:presLayoutVars>
          <dgm:dir/>
          <dgm:animOne val="branch"/>
          <dgm:animLvl val="lvl"/>
        </dgm:presLayoutVars>
      </dgm:prSet>
      <dgm:spPr/>
    </dgm:pt>
    <dgm:pt modelId="{5A5DFF4A-7D84-46F6-8165-DAA1D1E8E874}" type="pres">
      <dgm:prSet presAssocID="{FBF6DE73-A553-457C-AA56-A74FA12691A9}" presName="thickLine" presStyleLbl="alignNode1" presStyleIdx="0" presStyleCnt="7"/>
      <dgm:spPr/>
    </dgm:pt>
    <dgm:pt modelId="{12ACFB93-C45D-47F3-8130-BBDF139E5811}" type="pres">
      <dgm:prSet presAssocID="{FBF6DE73-A553-457C-AA56-A74FA12691A9}" presName="horz1" presStyleCnt="0"/>
      <dgm:spPr/>
    </dgm:pt>
    <dgm:pt modelId="{67F241A9-812A-492C-8371-1610E610E7AF}" type="pres">
      <dgm:prSet presAssocID="{FBF6DE73-A553-457C-AA56-A74FA12691A9}" presName="tx1" presStyleLbl="revTx" presStyleIdx="0" presStyleCnt="7"/>
      <dgm:spPr/>
    </dgm:pt>
    <dgm:pt modelId="{208A453E-4095-473C-9FA1-85EFF315DD04}" type="pres">
      <dgm:prSet presAssocID="{FBF6DE73-A553-457C-AA56-A74FA12691A9}" presName="vert1" presStyleCnt="0"/>
      <dgm:spPr/>
    </dgm:pt>
    <dgm:pt modelId="{FB3B20E1-71A6-4CED-ABDE-DDA7BDEC00EC}" type="pres">
      <dgm:prSet presAssocID="{CB6EE1D3-373D-43F3-A8C8-76CC057BC780}" presName="thickLine" presStyleLbl="alignNode1" presStyleIdx="1" presStyleCnt="7"/>
      <dgm:spPr/>
    </dgm:pt>
    <dgm:pt modelId="{2B4BC6DC-4767-4F19-BE8D-9AEAF1BE7E7D}" type="pres">
      <dgm:prSet presAssocID="{CB6EE1D3-373D-43F3-A8C8-76CC057BC780}" presName="horz1" presStyleCnt="0"/>
      <dgm:spPr/>
    </dgm:pt>
    <dgm:pt modelId="{9B2841EF-839A-4400-863D-5B55D3A4BA9A}" type="pres">
      <dgm:prSet presAssocID="{CB6EE1D3-373D-43F3-A8C8-76CC057BC780}" presName="tx1" presStyleLbl="revTx" presStyleIdx="1" presStyleCnt="7"/>
      <dgm:spPr/>
    </dgm:pt>
    <dgm:pt modelId="{A4AEC0D7-A43A-4E3A-B637-3B53DA2F5390}" type="pres">
      <dgm:prSet presAssocID="{CB6EE1D3-373D-43F3-A8C8-76CC057BC780}" presName="vert1" presStyleCnt="0"/>
      <dgm:spPr/>
    </dgm:pt>
    <dgm:pt modelId="{E695777F-644F-4577-B8E7-5F4115757E15}" type="pres">
      <dgm:prSet presAssocID="{A499046F-ED03-438E-9E0D-5C31390CEFAD}" presName="thickLine" presStyleLbl="alignNode1" presStyleIdx="2" presStyleCnt="7"/>
      <dgm:spPr/>
    </dgm:pt>
    <dgm:pt modelId="{414A1801-89AD-4CAF-9D0B-B31E524A70CB}" type="pres">
      <dgm:prSet presAssocID="{A499046F-ED03-438E-9E0D-5C31390CEFAD}" presName="horz1" presStyleCnt="0"/>
      <dgm:spPr/>
    </dgm:pt>
    <dgm:pt modelId="{B8C4EDAA-910C-434B-A474-C50578281B48}" type="pres">
      <dgm:prSet presAssocID="{A499046F-ED03-438E-9E0D-5C31390CEFAD}" presName="tx1" presStyleLbl="revTx" presStyleIdx="2" presStyleCnt="7"/>
      <dgm:spPr/>
    </dgm:pt>
    <dgm:pt modelId="{8B807C8E-8FB4-4145-BDC5-DCFF75322E0D}" type="pres">
      <dgm:prSet presAssocID="{A499046F-ED03-438E-9E0D-5C31390CEFAD}" presName="vert1" presStyleCnt="0"/>
      <dgm:spPr/>
    </dgm:pt>
    <dgm:pt modelId="{2DD327FF-F96D-441B-8A8E-CA5D62CAA5E1}" type="pres">
      <dgm:prSet presAssocID="{BDE664D7-29E1-485A-94EA-74579867BBD4}" presName="thickLine" presStyleLbl="alignNode1" presStyleIdx="3" presStyleCnt="7"/>
      <dgm:spPr/>
    </dgm:pt>
    <dgm:pt modelId="{E5B44892-2171-49B9-976C-7CACD1EB2D3C}" type="pres">
      <dgm:prSet presAssocID="{BDE664D7-29E1-485A-94EA-74579867BBD4}" presName="horz1" presStyleCnt="0"/>
      <dgm:spPr/>
    </dgm:pt>
    <dgm:pt modelId="{04CB37D4-EBFE-447B-9A1E-9B7B64E7C987}" type="pres">
      <dgm:prSet presAssocID="{BDE664D7-29E1-485A-94EA-74579867BBD4}" presName="tx1" presStyleLbl="revTx" presStyleIdx="3" presStyleCnt="7"/>
      <dgm:spPr/>
    </dgm:pt>
    <dgm:pt modelId="{917A659D-5B91-488E-B159-604990C6D683}" type="pres">
      <dgm:prSet presAssocID="{BDE664D7-29E1-485A-94EA-74579867BBD4}" presName="vert1" presStyleCnt="0"/>
      <dgm:spPr/>
    </dgm:pt>
    <dgm:pt modelId="{3054D5B9-628A-4F98-A07B-57C00151F13C}" type="pres">
      <dgm:prSet presAssocID="{5BBE4EFE-6BDB-4567-9087-37F672CF095E}" presName="thickLine" presStyleLbl="alignNode1" presStyleIdx="4" presStyleCnt="7"/>
      <dgm:spPr/>
    </dgm:pt>
    <dgm:pt modelId="{10E1095F-AED4-4FBE-BCDF-5D51DB82DFAA}" type="pres">
      <dgm:prSet presAssocID="{5BBE4EFE-6BDB-4567-9087-37F672CF095E}" presName="horz1" presStyleCnt="0"/>
      <dgm:spPr/>
    </dgm:pt>
    <dgm:pt modelId="{4A6FAA7C-6AE8-4D1E-9C38-EC7E6130CD3E}" type="pres">
      <dgm:prSet presAssocID="{5BBE4EFE-6BDB-4567-9087-37F672CF095E}" presName="tx1" presStyleLbl="revTx" presStyleIdx="4" presStyleCnt="7"/>
      <dgm:spPr/>
    </dgm:pt>
    <dgm:pt modelId="{99FFA68B-2351-4037-9CFE-7B274FAA9220}" type="pres">
      <dgm:prSet presAssocID="{5BBE4EFE-6BDB-4567-9087-37F672CF095E}" presName="vert1" presStyleCnt="0"/>
      <dgm:spPr/>
    </dgm:pt>
    <dgm:pt modelId="{AD55A72D-C855-46D4-BE3F-EDC5A4B59CDC}" type="pres">
      <dgm:prSet presAssocID="{1FB40F0D-66E2-4CAC-B3E1-DC44C87EE2B1}" presName="thickLine" presStyleLbl="alignNode1" presStyleIdx="5" presStyleCnt="7"/>
      <dgm:spPr/>
    </dgm:pt>
    <dgm:pt modelId="{FDA9F895-BCAC-4239-8535-A306C209EFDF}" type="pres">
      <dgm:prSet presAssocID="{1FB40F0D-66E2-4CAC-B3E1-DC44C87EE2B1}" presName="horz1" presStyleCnt="0"/>
      <dgm:spPr/>
    </dgm:pt>
    <dgm:pt modelId="{71CE4030-A3A9-49C6-9982-D9A981F38F88}" type="pres">
      <dgm:prSet presAssocID="{1FB40F0D-66E2-4CAC-B3E1-DC44C87EE2B1}" presName="tx1" presStyleLbl="revTx" presStyleIdx="5" presStyleCnt="7"/>
      <dgm:spPr/>
    </dgm:pt>
    <dgm:pt modelId="{123E921D-4CAA-4051-83F2-50252858688D}" type="pres">
      <dgm:prSet presAssocID="{1FB40F0D-66E2-4CAC-B3E1-DC44C87EE2B1}" presName="vert1" presStyleCnt="0"/>
      <dgm:spPr/>
    </dgm:pt>
    <dgm:pt modelId="{1427E075-20EF-4945-866C-3AD5D2C4BE26}" type="pres">
      <dgm:prSet presAssocID="{DA58F62B-FA11-48D0-AAC6-76DFA4B8AB70}" presName="thickLine" presStyleLbl="alignNode1" presStyleIdx="6" presStyleCnt="7"/>
      <dgm:spPr/>
    </dgm:pt>
    <dgm:pt modelId="{698A5169-FB7B-41FC-990C-FE79E8861836}" type="pres">
      <dgm:prSet presAssocID="{DA58F62B-FA11-48D0-AAC6-76DFA4B8AB70}" presName="horz1" presStyleCnt="0"/>
      <dgm:spPr/>
    </dgm:pt>
    <dgm:pt modelId="{52AB8412-5FCF-45D8-A0AB-126F11E16F18}" type="pres">
      <dgm:prSet presAssocID="{DA58F62B-FA11-48D0-AAC6-76DFA4B8AB70}" presName="tx1" presStyleLbl="revTx" presStyleIdx="6" presStyleCnt="7"/>
      <dgm:spPr/>
    </dgm:pt>
    <dgm:pt modelId="{3CEF7C13-167B-4809-B7A8-6CA2E3BD1AF8}" type="pres">
      <dgm:prSet presAssocID="{DA58F62B-FA11-48D0-AAC6-76DFA4B8AB70}" presName="vert1" presStyleCnt="0"/>
      <dgm:spPr/>
    </dgm:pt>
  </dgm:ptLst>
  <dgm:cxnLst>
    <dgm:cxn modelId="{C5824C10-15FD-4DB9-9D4F-92DA7C149C17}" type="presOf" srcId="{DA58F62B-FA11-48D0-AAC6-76DFA4B8AB70}" destId="{52AB8412-5FCF-45D8-A0AB-126F11E16F18}" srcOrd="0" destOrd="0" presId="urn:microsoft.com/office/officeart/2008/layout/LinedList"/>
    <dgm:cxn modelId="{CE55021A-735A-455A-B98E-BE7F1FACC32C}" srcId="{DE4F013F-82E9-447D-9B29-19B750BEE633}" destId="{DA58F62B-FA11-48D0-AAC6-76DFA4B8AB70}" srcOrd="6" destOrd="0" parTransId="{E3714B8E-BF0C-4025-B649-22AC4E5EB8D0}" sibTransId="{4470B783-1797-458D-B017-57B7DEEE47A4}"/>
    <dgm:cxn modelId="{6ACD5921-4D2B-49CE-B1E4-9C4724DC90F6}" srcId="{DE4F013F-82E9-447D-9B29-19B750BEE633}" destId="{BDE664D7-29E1-485A-94EA-74579867BBD4}" srcOrd="3" destOrd="0" parTransId="{43BD6FF6-B0B7-4270-BCAB-8367BAEC3D75}" sibTransId="{5DE72698-EB91-4B40-A43C-1368367D9740}"/>
    <dgm:cxn modelId="{F34DD428-4542-4F87-977F-BDA21EC289B7}" type="presOf" srcId="{FBF6DE73-A553-457C-AA56-A74FA12691A9}" destId="{67F241A9-812A-492C-8371-1610E610E7AF}" srcOrd="0" destOrd="0" presId="urn:microsoft.com/office/officeart/2008/layout/LinedList"/>
    <dgm:cxn modelId="{A7D3B42B-82BA-4CC3-B087-DB67CCC8331D}" type="presOf" srcId="{DE4F013F-82E9-447D-9B29-19B750BEE633}" destId="{EC24EA99-1884-44B6-8D47-4790D4328E7B}" srcOrd="0" destOrd="0" presId="urn:microsoft.com/office/officeart/2008/layout/LinedList"/>
    <dgm:cxn modelId="{38E6D72E-5DA6-48C0-9FC2-21BF3578D5F1}" srcId="{DE4F013F-82E9-447D-9B29-19B750BEE633}" destId="{1FB40F0D-66E2-4CAC-B3E1-DC44C87EE2B1}" srcOrd="5" destOrd="0" parTransId="{D159EA06-FCFD-4D0D-9677-D63C5849C284}" sibTransId="{A5E16C26-469E-41F3-A821-773FA17F5617}"/>
    <dgm:cxn modelId="{A1AB433E-2890-42FB-ABAF-E9526887F5D0}" srcId="{DE4F013F-82E9-447D-9B29-19B750BEE633}" destId="{FBF6DE73-A553-457C-AA56-A74FA12691A9}" srcOrd="0" destOrd="0" parTransId="{05392F82-3859-4108-B64B-D2F9F4775FA3}" sibTransId="{32A25F2D-92BA-4707-A845-5006D1FF0F2B}"/>
    <dgm:cxn modelId="{0BC91D45-A51E-49CF-88E1-89DBE8F865D2}" srcId="{DE4F013F-82E9-447D-9B29-19B750BEE633}" destId="{A499046F-ED03-438E-9E0D-5C31390CEFAD}" srcOrd="2" destOrd="0" parTransId="{924B3427-4E72-4899-AFD7-56AC22E2C820}" sibTransId="{04060CDA-9A54-4D53-BC0F-E7764F4260D7}"/>
    <dgm:cxn modelId="{F1BDDB67-6694-4EF4-9CDE-0B60CD5C472D}" type="presOf" srcId="{BDE664D7-29E1-485A-94EA-74579867BBD4}" destId="{04CB37D4-EBFE-447B-9A1E-9B7B64E7C987}" srcOrd="0" destOrd="0" presId="urn:microsoft.com/office/officeart/2008/layout/LinedList"/>
    <dgm:cxn modelId="{AC96956F-DB93-4093-A09B-206735A8824E}" type="presOf" srcId="{5BBE4EFE-6BDB-4567-9087-37F672CF095E}" destId="{4A6FAA7C-6AE8-4D1E-9C38-EC7E6130CD3E}" srcOrd="0" destOrd="0" presId="urn:microsoft.com/office/officeart/2008/layout/LinedList"/>
    <dgm:cxn modelId="{39617272-0BA4-41FF-9C50-16BC29EBEC30}" srcId="{DE4F013F-82E9-447D-9B29-19B750BEE633}" destId="{5BBE4EFE-6BDB-4567-9087-37F672CF095E}" srcOrd="4" destOrd="0" parTransId="{F1E1702E-98D8-406E-852A-943C31E78A33}" sibTransId="{DFE3294B-D4BF-428B-BCC5-DF3A29A10D7D}"/>
    <dgm:cxn modelId="{3ED4CB72-7599-4456-A993-243DF9FE42BF}" type="presOf" srcId="{1FB40F0D-66E2-4CAC-B3E1-DC44C87EE2B1}" destId="{71CE4030-A3A9-49C6-9982-D9A981F38F88}" srcOrd="0" destOrd="0" presId="urn:microsoft.com/office/officeart/2008/layout/LinedList"/>
    <dgm:cxn modelId="{DDD98D59-C47B-461F-895F-F0DE9410E29B}" type="presOf" srcId="{CB6EE1D3-373D-43F3-A8C8-76CC057BC780}" destId="{9B2841EF-839A-4400-863D-5B55D3A4BA9A}" srcOrd="0" destOrd="0" presId="urn:microsoft.com/office/officeart/2008/layout/LinedList"/>
    <dgm:cxn modelId="{03730ADC-34DA-4D0B-9D20-F3D02714B902}" srcId="{DE4F013F-82E9-447D-9B29-19B750BEE633}" destId="{CB6EE1D3-373D-43F3-A8C8-76CC057BC780}" srcOrd="1" destOrd="0" parTransId="{31D6E925-05B6-4FBC-B141-685E161CFE78}" sibTransId="{6113B24A-624F-4522-BE3B-D0DC18DA518D}"/>
    <dgm:cxn modelId="{4096AADC-AFD7-446F-B509-83B3C7DD0FF5}" type="presOf" srcId="{A499046F-ED03-438E-9E0D-5C31390CEFAD}" destId="{B8C4EDAA-910C-434B-A474-C50578281B48}" srcOrd="0" destOrd="0" presId="urn:microsoft.com/office/officeart/2008/layout/LinedList"/>
    <dgm:cxn modelId="{85387260-FBB8-4E2E-8239-114FE9E2DCD2}" type="presParOf" srcId="{EC24EA99-1884-44B6-8D47-4790D4328E7B}" destId="{5A5DFF4A-7D84-46F6-8165-DAA1D1E8E874}" srcOrd="0" destOrd="0" presId="urn:microsoft.com/office/officeart/2008/layout/LinedList"/>
    <dgm:cxn modelId="{21ECA999-D63C-4FA5-9561-7C60C4D04EE9}" type="presParOf" srcId="{EC24EA99-1884-44B6-8D47-4790D4328E7B}" destId="{12ACFB93-C45D-47F3-8130-BBDF139E5811}" srcOrd="1" destOrd="0" presId="urn:microsoft.com/office/officeart/2008/layout/LinedList"/>
    <dgm:cxn modelId="{9A90C28C-9FB3-480B-90DD-E3417664F0F0}" type="presParOf" srcId="{12ACFB93-C45D-47F3-8130-BBDF139E5811}" destId="{67F241A9-812A-492C-8371-1610E610E7AF}" srcOrd="0" destOrd="0" presId="urn:microsoft.com/office/officeart/2008/layout/LinedList"/>
    <dgm:cxn modelId="{6320F980-3821-4905-980F-9573091F5D18}" type="presParOf" srcId="{12ACFB93-C45D-47F3-8130-BBDF139E5811}" destId="{208A453E-4095-473C-9FA1-85EFF315DD04}" srcOrd="1" destOrd="0" presId="urn:microsoft.com/office/officeart/2008/layout/LinedList"/>
    <dgm:cxn modelId="{8BC3E3C8-AF44-49B9-B7C0-1A5726001858}" type="presParOf" srcId="{EC24EA99-1884-44B6-8D47-4790D4328E7B}" destId="{FB3B20E1-71A6-4CED-ABDE-DDA7BDEC00EC}" srcOrd="2" destOrd="0" presId="urn:microsoft.com/office/officeart/2008/layout/LinedList"/>
    <dgm:cxn modelId="{40AB5A45-AC62-4E06-84F2-4DAF81E1BEBA}" type="presParOf" srcId="{EC24EA99-1884-44B6-8D47-4790D4328E7B}" destId="{2B4BC6DC-4767-4F19-BE8D-9AEAF1BE7E7D}" srcOrd="3" destOrd="0" presId="urn:microsoft.com/office/officeart/2008/layout/LinedList"/>
    <dgm:cxn modelId="{D6F2D016-99B1-41D7-A6E5-8692AD825FEE}" type="presParOf" srcId="{2B4BC6DC-4767-4F19-BE8D-9AEAF1BE7E7D}" destId="{9B2841EF-839A-4400-863D-5B55D3A4BA9A}" srcOrd="0" destOrd="0" presId="urn:microsoft.com/office/officeart/2008/layout/LinedList"/>
    <dgm:cxn modelId="{68F86CF6-C8E4-4B7C-B8F8-EBD335189090}" type="presParOf" srcId="{2B4BC6DC-4767-4F19-BE8D-9AEAF1BE7E7D}" destId="{A4AEC0D7-A43A-4E3A-B637-3B53DA2F5390}" srcOrd="1" destOrd="0" presId="urn:microsoft.com/office/officeart/2008/layout/LinedList"/>
    <dgm:cxn modelId="{758DFA42-2D3A-469B-AE94-B0C1DC7A9FF6}" type="presParOf" srcId="{EC24EA99-1884-44B6-8D47-4790D4328E7B}" destId="{E695777F-644F-4577-B8E7-5F4115757E15}" srcOrd="4" destOrd="0" presId="urn:microsoft.com/office/officeart/2008/layout/LinedList"/>
    <dgm:cxn modelId="{1B826716-0DD0-426A-9AAF-A174E2AC444B}" type="presParOf" srcId="{EC24EA99-1884-44B6-8D47-4790D4328E7B}" destId="{414A1801-89AD-4CAF-9D0B-B31E524A70CB}" srcOrd="5" destOrd="0" presId="urn:microsoft.com/office/officeart/2008/layout/LinedList"/>
    <dgm:cxn modelId="{62422860-2D92-4BBC-9A6C-AC58B8DF25D1}" type="presParOf" srcId="{414A1801-89AD-4CAF-9D0B-B31E524A70CB}" destId="{B8C4EDAA-910C-434B-A474-C50578281B48}" srcOrd="0" destOrd="0" presId="urn:microsoft.com/office/officeart/2008/layout/LinedList"/>
    <dgm:cxn modelId="{48DB11F6-C7BF-4C47-9ECB-5DC0EEFDDCFC}" type="presParOf" srcId="{414A1801-89AD-4CAF-9D0B-B31E524A70CB}" destId="{8B807C8E-8FB4-4145-BDC5-DCFF75322E0D}" srcOrd="1" destOrd="0" presId="urn:microsoft.com/office/officeart/2008/layout/LinedList"/>
    <dgm:cxn modelId="{555B4245-CF0D-4D42-8667-EFACB2FAC589}" type="presParOf" srcId="{EC24EA99-1884-44B6-8D47-4790D4328E7B}" destId="{2DD327FF-F96D-441B-8A8E-CA5D62CAA5E1}" srcOrd="6" destOrd="0" presId="urn:microsoft.com/office/officeart/2008/layout/LinedList"/>
    <dgm:cxn modelId="{50CFB0F0-CD9C-4C64-BCC8-C2FFFCE9F36B}" type="presParOf" srcId="{EC24EA99-1884-44B6-8D47-4790D4328E7B}" destId="{E5B44892-2171-49B9-976C-7CACD1EB2D3C}" srcOrd="7" destOrd="0" presId="urn:microsoft.com/office/officeart/2008/layout/LinedList"/>
    <dgm:cxn modelId="{B27B49E6-C8A2-418C-8EA2-155C21CB94E4}" type="presParOf" srcId="{E5B44892-2171-49B9-976C-7CACD1EB2D3C}" destId="{04CB37D4-EBFE-447B-9A1E-9B7B64E7C987}" srcOrd="0" destOrd="0" presId="urn:microsoft.com/office/officeart/2008/layout/LinedList"/>
    <dgm:cxn modelId="{D12521BB-B043-447A-A771-1878B33D994F}" type="presParOf" srcId="{E5B44892-2171-49B9-976C-7CACD1EB2D3C}" destId="{917A659D-5B91-488E-B159-604990C6D683}" srcOrd="1" destOrd="0" presId="urn:microsoft.com/office/officeart/2008/layout/LinedList"/>
    <dgm:cxn modelId="{DCA42967-2C56-4940-A55E-16D4F48836D9}" type="presParOf" srcId="{EC24EA99-1884-44B6-8D47-4790D4328E7B}" destId="{3054D5B9-628A-4F98-A07B-57C00151F13C}" srcOrd="8" destOrd="0" presId="urn:microsoft.com/office/officeart/2008/layout/LinedList"/>
    <dgm:cxn modelId="{1081CE44-0B81-4A2D-A7BC-BE3BDC63DB28}" type="presParOf" srcId="{EC24EA99-1884-44B6-8D47-4790D4328E7B}" destId="{10E1095F-AED4-4FBE-BCDF-5D51DB82DFAA}" srcOrd="9" destOrd="0" presId="urn:microsoft.com/office/officeart/2008/layout/LinedList"/>
    <dgm:cxn modelId="{3131CF56-95C8-47AB-A5DE-13B7CB13697F}" type="presParOf" srcId="{10E1095F-AED4-4FBE-BCDF-5D51DB82DFAA}" destId="{4A6FAA7C-6AE8-4D1E-9C38-EC7E6130CD3E}" srcOrd="0" destOrd="0" presId="urn:microsoft.com/office/officeart/2008/layout/LinedList"/>
    <dgm:cxn modelId="{8ADEE456-DE25-43BE-B7FF-1B761180E4D7}" type="presParOf" srcId="{10E1095F-AED4-4FBE-BCDF-5D51DB82DFAA}" destId="{99FFA68B-2351-4037-9CFE-7B274FAA9220}" srcOrd="1" destOrd="0" presId="urn:microsoft.com/office/officeart/2008/layout/LinedList"/>
    <dgm:cxn modelId="{33AB32AE-6F72-40C4-AD67-0F61453851B1}" type="presParOf" srcId="{EC24EA99-1884-44B6-8D47-4790D4328E7B}" destId="{AD55A72D-C855-46D4-BE3F-EDC5A4B59CDC}" srcOrd="10" destOrd="0" presId="urn:microsoft.com/office/officeart/2008/layout/LinedList"/>
    <dgm:cxn modelId="{9B5ECA42-C72A-4196-836F-C0E994E83A56}" type="presParOf" srcId="{EC24EA99-1884-44B6-8D47-4790D4328E7B}" destId="{FDA9F895-BCAC-4239-8535-A306C209EFDF}" srcOrd="11" destOrd="0" presId="urn:microsoft.com/office/officeart/2008/layout/LinedList"/>
    <dgm:cxn modelId="{C4A833CC-8160-4C90-BD3F-8A108E117DFD}" type="presParOf" srcId="{FDA9F895-BCAC-4239-8535-A306C209EFDF}" destId="{71CE4030-A3A9-49C6-9982-D9A981F38F88}" srcOrd="0" destOrd="0" presId="urn:microsoft.com/office/officeart/2008/layout/LinedList"/>
    <dgm:cxn modelId="{8FE307AB-AABA-4A0C-9D53-DA7A6B28B085}" type="presParOf" srcId="{FDA9F895-BCAC-4239-8535-A306C209EFDF}" destId="{123E921D-4CAA-4051-83F2-50252858688D}" srcOrd="1" destOrd="0" presId="urn:microsoft.com/office/officeart/2008/layout/LinedList"/>
    <dgm:cxn modelId="{3DD9EA55-502C-4597-8198-5C94A1275F76}" type="presParOf" srcId="{EC24EA99-1884-44B6-8D47-4790D4328E7B}" destId="{1427E075-20EF-4945-866C-3AD5D2C4BE26}" srcOrd="12" destOrd="0" presId="urn:microsoft.com/office/officeart/2008/layout/LinedList"/>
    <dgm:cxn modelId="{85CF91CB-2C59-48B7-B41F-C5F8108D4B1C}" type="presParOf" srcId="{EC24EA99-1884-44B6-8D47-4790D4328E7B}" destId="{698A5169-FB7B-41FC-990C-FE79E8861836}" srcOrd="13" destOrd="0" presId="urn:microsoft.com/office/officeart/2008/layout/LinedList"/>
    <dgm:cxn modelId="{D5C4DE78-B44C-48B3-95C6-48606F779FDC}" type="presParOf" srcId="{698A5169-FB7B-41FC-990C-FE79E8861836}" destId="{52AB8412-5FCF-45D8-A0AB-126F11E16F18}" srcOrd="0" destOrd="0" presId="urn:microsoft.com/office/officeart/2008/layout/LinedList"/>
    <dgm:cxn modelId="{CBB1EC2C-03E1-4D07-8259-FF276B62CE4C}" type="presParOf" srcId="{698A5169-FB7B-41FC-990C-FE79E8861836}" destId="{3CEF7C13-167B-4809-B7A8-6CA2E3BD1A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DA80C7-7BFB-4F9B-B0C1-2DA4D4D96D3B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AAFCDB-F45C-4C22-BD44-D2C5AF74B835}">
      <dgm:prSet/>
      <dgm:spPr/>
      <dgm:t>
        <a:bodyPr/>
        <a:lstStyle/>
        <a:p>
          <a:r>
            <a:rPr lang="en-US" b="1"/>
            <a:t>1. Target Audience (Who to Call)</a:t>
          </a:r>
          <a:endParaRPr lang="en-US"/>
        </a:p>
      </dgm:t>
    </dgm:pt>
    <dgm:pt modelId="{A3AAFBA0-41C5-4B9A-BC74-09921759CCB3}" type="parTrans" cxnId="{9C506A99-90EB-41E8-A0D1-EEEE10610DE4}">
      <dgm:prSet/>
      <dgm:spPr/>
      <dgm:t>
        <a:bodyPr/>
        <a:lstStyle/>
        <a:p>
          <a:endParaRPr lang="en-US"/>
        </a:p>
      </dgm:t>
    </dgm:pt>
    <dgm:pt modelId="{8AB9D6BB-B747-4CD2-BB2E-F65CD1EEB9A5}" type="sibTrans" cxnId="{9C506A99-90EB-41E8-A0D1-EEEE10610DE4}">
      <dgm:prSet/>
      <dgm:spPr/>
      <dgm:t>
        <a:bodyPr/>
        <a:lstStyle/>
        <a:p>
          <a:endParaRPr lang="en-US"/>
        </a:p>
      </dgm:t>
    </dgm:pt>
    <dgm:pt modelId="{4DE94FA4-0BD8-4B2C-8A75-40A42DE4A5BB}">
      <dgm:prSet/>
      <dgm:spPr/>
      <dgm:t>
        <a:bodyPr/>
        <a:lstStyle/>
        <a:p>
          <a:r>
            <a:rPr lang="en-US"/>
            <a:t>Students: +42% lift in subscription probability</a:t>
          </a:r>
        </a:p>
      </dgm:t>
    </dgm:pt>
    <dgm:pt modelId="{717E95B9-6CF5-49D8-95B9-7F51D1A77C67}" type="parTrans" cxnId="{0DE19DBC-3624-4E40-B14D-D0B3C07B1CC2}">
      <dgm:prSet/>
      <dgm:spPr/>
      <dgm:t>
        <a:bodyPr/>
        <a:lstStyle/>
        <a:p>
          <a:endParaRPr lang="en-US"/>
        </a:p>
      </dgm:t>
    </dgm:pt>
    <dgm:pt modelId="{A0907F3B-B858-42CE-B850-FC69DE454A3B}" type="sibTrans" cxnId="{0DE19DBC-3624-4E40-B14D-D0B3C07B1CC2}">
      <dgm:prSet/>
      <dgm:spPr/>
      <dgm:t>
        <a:bodyPr/>
        <a:lstStyle/>
        <a:p>
          <a:endParaRPr lang="en-US"/>
        </a:p>
      </dgm:t>
    </dgm:pt>
    <dgm:pt modelId="{CA5046DC-42AA-43EB-B621-29C068AF600C}">
      <dgm:prSet/>
      <dgm:spPr/>
      <dgm:t>
        <a:bodyPr/>
        <a:lstStyle/>
        <a:p>
          <a:r>
            <a:rPr lang="en-US"/>
            <a:t>Retirees: +33% lift</a:t>
          </a:r>
        </a:p>
      </dgm:t>
    </dgm:pt>
    <dgm:pt modelId="{8A301B9F-D344-4B27-ABE3-27931A141954}" type="parTrans" cxnId="{501610C2-AB4F-4EC5-8FE7-371151488E8A}">
      <dgm:prSet/>
      <dgm:spPr/>
      <dgm:t>
        <a:bodyPr/>
        <a:lstStyle/>
        <a:p>
          <a:endParaRPr lang="en-US"/>
        </a:p>
      </dgm:t>
    </dgm:pt>
    <dgm:pt modelId="{53B51E85-20F6-4880-9701-B7C5DE984CAE}" type="sibTrans" cxnId="{501610C2-AB4F-4EC5-8FE7-371151488E8A}">
      <dgm:prSet/>
      <dgm:spPr/>
      <dgm:t>
        <a:bodyPr/>
        <a:lstStyle/>
        <a:p>
          <a:endParaRPr lang="en-US"/>
        </a:p>
      </dgm:t>
    </dgm:pt>
    <dgm:pt modelId="{7D65C05D-DE2F-47FF-8360-2E9F46215BB7}">
      <dgm:prSet/>
      <dgm:spPr/>
      <dgm:t>
        <a:bodyPr/>
        <a:lstStyle/>
        <a:p>
          <a:r>
            <a:rPr lang="en-US"/>
            <a:t>Avoid: Blue-collar, Services, Married</a:t>
          </a:r>
        </a:p>
      </dgm:t>
    </dgm:pt>
    <dgm:pt modelId="{543F4F1D-1676-4B5C-BCAC-DA19E1B4F2EA}" type="parTrans" cxnId="{3BD14865-6165-422F-A58A-DD3319E580D4}">
      <dgm:prSet/>
      <dgm:spPr/>
      <dgm:t>
        <a:bodyPr/>
        <a:lstStyle/>
        <a:p>
          <a:endParaRPr lang="en-US"/>
        </a:p>
      </dgm:t>
    </dgm:pt>
    <dgm:pt modelId="{39345EC2-D80B-47D4-94DC-AAB196FFA2AE}" type="sibTrans" cxnId="{3BD14865-6165-422F-A58A-DD3319E580D4}">
      <dgm:prSet/>
      <dgm:spPr/>
      <dgm:t>
        <a:bodyPr/>
        <a:lstStyle/>
        <a:p>
          <a:endParaRPr lang="en-US"/>
        </a:p>
      </dgm:t>
    </dgm:pt>
    <dgm:pt modelId="{187E0591-9117-46E2-9A19-472E776D33BF}">
      <dgm:prSet/>
      <dgm:spPr/>
      <dgm:t>
        <a:bodyPr/>
        <a:lstStyle/>
        <a:p>
          <a:r>
            <a:rPr lang="en-US" b="1" dirty="0"/>
            <a:t>2. Strategic Timing (When to Call)</a:t>
          </a:r>
          <a:endParaRPr lang="en-US" dirty="0"/>
        </a:p>
      </dgm:t>
    </dgm:pt>
    <dgm:pt modelId="{ADE94E2A-C98F-41B8-BD67-C47860DA84B1}" type="parTrans" cxnId="{B4B612D3-00DD-4383-9B3A-D88E0DC6D043}">
      <dgm:prSet/>
      <dgm:spPr/>
      <dgm:t>
        <a:bodyPr/>
        <a:lstStyle/>
        <a:p>
          <a:endParaRPr lang="en-US"/>
        </a:p>
      </dgm:t>
    </dgm:pt>
    <dgm:pt modelId="{B6223D03-D876-44B0-86D4-7E502AD93EB3}" type="sibTrans" cxnId="{B4B612D3-00DD-4383-9B3A-D88E0DC6D043}">
      <dgm:prSet/>
      <dgm:spPr/>
      <dgm:t>
        <a:bodyPr/>
        <a:lstStyle/>
        <a:p>
          <a:endParaRPr lang="en-US"/>
        </a:p>
      </dgm:t>
    </dgm:pt>
    <dgm:pt modelId="{EA81D0E6-EFE4-434B-919C-BEDBCFFD7268}">
      <dgm:prSet/>
      <dgm:spPr/>
      <dgm:t>
        <a:bodyPr/>
        <a:lstStyle/>
        <a:p>
          <a:r>
            <a:rPr lang="en-US"/>
            <a:t>Euribor3m dominates timing decisions</a:t>
          </a:r>
        </a:p>
      </dgm:t>
    </dgm:pt>
    <dgm:pt modelId="{CF0B3D9C-F1A9-4017-AE3B-4A1B3CCC5664}" type="parTrans" cxnId="{5D60F72E-2985-4BF1-8503-DA09C9707560}">
      <dgm:prSet/>
      <dgm:spPr/>
      <dgm:t>
        <a:bodyPr/>
        <a:lstStyle/>
        <a:p>
          <a:endParaRPr lang="en-US"/>
        </a:p>
      </dgm:t>
    </dgm:pt>
    <dgm:pt modelId="{D1C0BF89-7AB7-406A-ACBB-B048CC4062BE}" type="sibTrans" cxnId="{5D60F72E-2985-4BF1-8503-DA09C9707560}">
      <dgm:prSet/>
      <dgm:spPr/>
      <dgm:t>
        <a:bodyPr/>
        <a:lstStyle/>
        <a:p>
          <a:endParaRPr lang="en-US"/>
        </a:p>
      </dgm:t>
    </dgm:pt>
    <dgm:pt modelId="{FF1F95CB-15DA-45A0-83A3-ECFCE5752082}">
      <dgm:prSet/>
      <dgm:spPr/>
      <dgm:t>
        <a:bodyPr/>
        <a:lstStyle/>
        <a:p>
          <a:r>
            <a:rPr lang="en-US"/>
            <a:t>Optimal: Call when Euribor &lt; -1.6</a:t>
          </a:r>
        </a:p>
      </dgm:t>
    </dgm:pt>
    <dgm:pt modelId="{74103E88-DA6A-44A1-A54B-CB16BA85929C}" type="parTrans" cxnId="{CF2513DF-BDE8-4F32-B2EC-CCC27A032AD0}">
      <dgm:prSet/>
      <dgm:spPr/>
      <dgm:t>
        <a:bodyPr/>
        <a:lstStyle/>
        <a:p>
          <a:endParaRPr lang="en-US"/>
        </a:p>
      </dgm:t>
    </dgm:pt>
    <dgm:pt modelId="{4CAAD12B-E4A8-482A-8354-D9FD4BA2326A}" type="sibTrans" cxnId="{CF2513DF-BDE8-4F32-B2EC-CCC27A032AD0}">
      <dgm:prSet/>
      <dgm:spPr/>
      <dgm:t>
        <a:bodyPr/>
        <a:lstStyle/>
        <a:p>
          <a:endParaRPr lang="en-US"/>
        </a:p>
      </dgm:t>
    </dgm:pt>
    <dgm:pt modelId="{CE853F09-51F9-46C9-865A-FC80043CF6CE}" type="pres">
      <dgm:prSet presAssocID="{BEDA80C7-7BFB-4F9B-B0C1-2DA4D4D96D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151C36-CD4B-420E-80EF-059630162F5D}" type="pres">
      <dgm:prSet presAssocID="{6FAAFCDB-F45C-4C22-BD44-D2C5AF74B835}" presName="hierRoot1" presStyleCnt="0"/>
      <dgm:spPr/>
    </dgm:pt>
    <dgm:pt modelId="{A18A5626-B045-4C4B-9E2B-5C13C33695F5}" type="pres">
      <dgm:prSet presAssocID="{6FAAFCDB-F45C-4C22-BD44-D2C5AF74B835}" presName="composite" presStyleCnt="0"/>
      <dgm:spPr/>
    </dgm:pt>
    <dgm:pt modelId="{209532DB-97FD-4F94-8EDC-92FDEA5B81EF}" type="pres">
      <dgm:prSet presAssocID="{6FAAFCDB-F45C-4C22-BD44-D2C5AF74B835}" presName="background" presStyleLbl="node0" presStyleIdx="0" presStyleCnt="7"/>
      <dgm:spPr/>
    </dgm:pt>
    <dgm:pt modelId="{88026F05-ECD2-48B8-9ACF-113086891EB7}" type="pres">
      <dgm:prSet presAssocID="{6FAAFCDB-F45C-4C22-BD44-D2C5AF74B835}" presName="text" presStyleLbl="fgAcc0" presStyleIdx="0" presStyleCnt="7">
        <dgm:presLayoutVars>
          <dgm:chPref val="3"/>
        </dgm:presLayoutVars>
      </dgm:prSet>
      <dgm:spPr/>
    </dgm:pt>
    <dgm:pt modelId="{EC4EA4FE-DCB1-4616-B04E-006CA6DE1097}" type="pres">
      <dgm:prSet presAssocID="{6FAAFCDB-F45C-4C22-BD44-D2C5AF74B835}" presName="hierChild2" presStyleCnt="0"/>
      <dgm:spPr/>
    </dgm:pt>
    <dgm:pt modelId="{5DD88679-AE65-4FC3-9677-3D486D735B0C}" type="pres">
      <dgm:prSet presAssocID="{4DE94FA4-0BD8-4B2C-8A75-40A42DE4A5BB}" presName="hierRoot1" presStyleCnt="0"/>
      <dgm:spPr/>
    </dgm:pt>
    <dgm:pt modelId="{AC037367-FC85-4960-A1B4-9DA0E921EF5D}" type="pres">
      <dgm:prSet presAssocID="{4DE94FA4-0BD8-4B2C-8A75-40A42DE4A5BB}" presName="composite" presStyleCnt="0"/>
      <dgm:spPr/>
    </dgm:pt>
    <dgm:pt modelId="{13574540-6152-4F04-9E47-B8AF7E87A93F}" type="pres">
      <dgm:prSet presAssocID="{4DE94FA4-0BD8-4B2C-8A75-40A42DE4A5BB}" presName="background" presStyleLbl="node0" presStyleIdx="1" presStyleCnt="7"/>
      <dgm:spPr/>
    </dgm:pt>
    <dgm:pt modelId="{68D1694D-C66A-4860-96D8-63A4F9335B93}" type="pres">
      <dgm:prSet presAssocID="{4DE94FA4-0BD8-4B2C-8A75-40A42DE4A5BB}" presName="text" presStyleLbl="fgAcc0" presStyleIdx="1" presStyleCnt="7">
        <dgm:presLayoutVars>
          <dgm:chPref val="3"/>
        </dgm:presLayoutVars>
      </dgm:prSet>
      <dgm:spPr/>
    </dgm:pt>
    <dgm:pt modelId="{EB4ED7E4-E98D-4E89-922B-C9ECFE9F219D}" type="pres">
      <dgm:prSet presAssocID="{4DE94FA4-0BD8-4B2C-8A75-40A42DE4A5BB}" presName="hierChild2" presStyleCnt="0"/>
      <dgm:spPr/>
    </dgm:pt>
    <dgm:pt modelId="{B29ED17F-F4FE-4FE7-B03C-86ED41758B5C}" type="pres">
      <dgm:prSet presAssocID="{CA5046DC-42AA-43EB-B621-29C068AF600C}" presName="hierRoot1" presStyleCnt="0"/>
      <dgm:spPr/>
    </dgm:pt>
    <dgm:pt modelId="{11BB5DBB-1B8D-4651-BAF4-39DB7CCC2448}" type="pres">
      <dgm:prSet presAssocID="{CA5046DC-42AA-43EB-B621-29C068AF600C}" presName="composite" presStyleCnt="0"/>
      <dgm:spPr/>
    </dgm:pt>
    <dgm:pt modelId="{1D32C6A1-8944-470F-A8FD-F1B60884C0D8}" type="pres">
      <dgm:prSet presAssocID="{CA5046DC-42AA-43EB-B621-29C068AF600C}" presName="background" presStyleLbl="node0" presStyleIdx="2" presStyleCnt="7"/>
      <dgm:spPr/>
    </dgm:pt>
    <dgm:pt modelId="{1F519097-B1BF-4679-A263-48AC61D89743}" type="pres">
      <dgm:prSet presAssocID="{CA5046DC-42AA-43EB-B621-29C068AF600C}" presName="text" presStyleLbl="fgAcc0" presStyleIdx="2" presStyleCnt="7">
        <dgm:presLayoutVars>
          <dgm:chPref val="3"/>
        </dgm:presLayoutVars>
      </dgm:prSet>
      <dgm:spPr/>
    </dgm:pt>
    <dgm:pt modelId="{44686E32-2570-4CBF-8366-AC21EFB7451B}" type="pres">
      <dgm:prSet presAssocID="{CA5046DC-42AA-43EB-B621-29C068AF600C}" presName="hierChild2" presStyleCnt="0"/>
      <dgm:spPr/>
    </dgm:pt>
    <dgm:pt modelId="{3162EB4C-0260-4D1A-9F35-147F134313E0}" type="pres">
      <dgm:prSet presAssocID="{7D65C05D-DE2F-47FF-8360-2E9F46215BB7}" presName="hierRoot1" presStyleCnt="0"/>
      <dgm:spPr/>
    </dgm:pt>
    <dgm:pt modelId="{36FCA698-CF4C-444A-BBFD-9F50AEA819DF}" type="pres">
      <dgm:prSet presAssocID="{7D65C05D-DE2F-47FF-8360-2E9F46215BB7}" presName="composite" presStyleCnt="0"/>
      <dgm:spPr/>
    </dgm:pt>
    <dgm:pt modelId="{5672CD0C-1B16-4168-AA6F-713AA19EE9D6}" type="pres">
      <dgm:prSet presAssocID="{7D65C05D-DE2F-47FF-8360-2E9F46215BB7}" presName="background" presStyleLbl="node0" presStyleIdx="3" presStyleCnt="7"/>
      <dgm:spPr/>
    </dgm:pt>
    <dgm:pt modelId="{A089AB32-4BAC-466A-A948-BAC0C3B69872}" type="pres">
      <dgm:prSet presAssocID="{7D65C05D-DE2F-47FF-8360-2E9F46215BB7}" presName="text" presStyleLbl="fgAcc0" presStyleIdx="3" presStyleCnt="7">
        <dgm:presLayoutVars>
          <dgm:chPref val="3"/>
        </dgm:presLayoutVars>
      </dgm:prSet>
      <dgm:spPr/>
    </dgm:pt>
    <dgm:pt modelId="{B507284E-6EC4-4FCA-9E18-E68F26C4924F}" type="pres">
      <dgm:prSet presAssocID="{7D65C05D-DE2F-47FF-8360-2E9F46215BB7}" presName="hierChild2" presStyleCnt="0"/>
      <dgm:spPr/>
    </dgm:pt>
    <dgm:pt modelId="{7D2266D4-F93E-4665-BAB0-83F9BD9C38F8}" type="pres">
      <dgm:prSet presAssocID="{187E0591-9117-46E2-9A19-472E776D33BF}" presName="hierRoot1" presStyleCnt="0"/>
      <dgm:spPr/>
    </dgm:pt>
    <dgm:pt modelId="{F75680D0-5BBF-4650-BCBC-32CC53FED88B}" type="pres">
      <dgm:prSet presAssocID="{187E0591-9117-46E2-9A19-472E776D33BF}" presName="composite" presStyleCnt="0"/>
      <dgm:spPr/>
    </dgm:pt>
    <dgm:pt modelId="{A4520EF6-6171-4787-AAAF-7DF1CD9F489F}" type="pres">
      <dgm:prSet presAssocID="{187E0591-9117-46E2-9A19-472E776D33BF}" presName="background" presStyleLbl="node0" presStyleIdx="4" presStyleCnt="7"/>
      <dgm:spPr/>
    </dgm:pt>
    <dgm:pt modelId="{D4F034F7-E262-4314-8CE4-E4D5953E0F62}" type="pres">
      <dgm:prSet presAssocID="{187E0591-9117-46E2-9A19-472E776D33BF}" presName="text" presStyleLbl="fgAcc0" presStyleIdx="4" presStyleCnt="7">
        <dgm:presLayoutVars>
          <dgm:chPref val="3"/>
        </dgm:presLayoutVars>
      </dgm:prSet>
      <dgm:spPr/>
    </dgm:pt>
    <dgm:pt modelId="{5866C9B1-1EBF-4E36-9EEB-9210E5153D77}" type="pres">
      <dgm:prSet presAssocID="{187E0591-9117-46E2-9A19-472E776D33BF}" presName="hierChild2" presStyleCnt="0"/>
      <dgm:spPr/>
    </dgm:pt>
    <dgm:pt modelId="{C067E92E-D2EC-49D6-876E-1B84559352C1}" type="pres">
      <dgm:prSet presAssocID="{EA81D0E6-EFE4-434B-919C-BEDBCFFD7268}" presName="hierRoot1" presStyleCnt="0"/>
      <dgm:spPr/>
    </dgm:pt>
    <dgm:pt modelId="{0427CB7B-476A-4D3B-A0AE-1D2C9472B9C7}" type="pres">
      <dgm:prSet presAssocID="{EA81D0E6-EFE4-434B-919C-BEDBCFFD7268}" presName="composite" presStyleCnt="0"/>
      <dgm:spPr/>
    </dgm:pt>
    <dgm:pt modelId="{E81BE21E-EA8D-4B0F-BDC8-1FB8A2BC01FA}" type="pres">
      <dgm:prSet presAssocID="{EA81D0E6-EFE4-434B-919C-BEDBCFFD7268}" presName="background" presStyleLbl="node0" presStyleIdx="5" presStyleCnt="7"/>
      <dgm:spPr/>
    </dgm:pt>
    <dgm:pt modelId="{D0A5245D-0928-4B5A-A725-3AA770D55B82}" type="pres">
      <dgm:prSet presAssocID="{EA81D0E6-EFE4-434B-919C-BEDBCFFD7268}" presName="text" presStyleLbl="fgAcc0" presStyleIdx="5" presStyleCnt="7">
        <dgm:presLayoutVars>
          <dgm:chPref val="3"/>
        </dgm:presLayoutVars>
      </dgm:prSet>
      <dgm:spPr/>
    </dgm:pt>
    <dgm:pt modelId="{C150597A-62B5-4858-82BD-CA1A9F3FCF53}" type="pres">
      <dgm:prSet presAssocID="{EA81D0E6-EFE4-434B-919C-BEDBCFFD7268}" presName="hierChild2" presStyleCnt="0"/>
      <dgm:spPr/>
    </dgm:pt>
    <dgm:pt modelId="{C562A0F1-6572-46B5-B57B-6FD92751C99E}" type="pres">
      <dgm:prSet presAssocID="{FF1F95CB-15DA-45A0-83A3-ECFCE5752082}" presName="hierRoot1" presStyleCnt="0"/>
      <dgm:spPr/>
    </dgm:pt>
    <dgm:pt modelId="{F85253EE-9868-44F1-9B11-B577B0BF01B0}" type="pres">
      <dgm:prSet presAssocID="{FF1F95CB-15DA-45A0-83A3-ECFCE5752082}" presName="composite" presStyleCnt="0"/>
      <dgm:spPr/>
    </dgm:pt>
    <dgm:pt modelId="{82D39FE1-D5D2-4CE7-B45E-07A0F3743279}" type="pres">
      <dgm:prSet presAssocID="{FF1F95CB-15DA-45A0-83A3-ECFCE5752082}" presName="background" presStyleLbl="node0" presStyleIdx="6" presStyleCnt="7"/>
      <dgm:spPr/>
    </dgm:pt>
    <dgm:pt modelId="{E31F964D-3C64-4490-A096-93858A022F70}" type="pres">
      <dgm:prSet presAssocID="{FF1F95CB-15DA-45A0-83A3-ECFCE5752082}" presName="text" presStyleLbl="fgAcc0" presStyleIdx="6" presStyleCnt="7">
        <dgm:presLayoutVars>
          <dgm:chPref val="3"/>
        </dgm:presLayoutVars>
      </dgm:prSet>
      <dgm:spPr/>
    </dgm:pt>
    <dgm:pt modelId="{3A7D904B-3509-49C9-A852-1CD1A58C3A20}" type="pres">
      <dgm:prSet presAssocID="{FF1F95CB-15DA-45A0-83A3-ECFCE5752082}" presName="hierChild2" presStyleCnt="0"/>
      <dgm:spPr/>
    </dgm:pt>
  </dgm:ptLst>
  <dgm:cxnLst>
    <dgm:cxn modelId="{E7F18710-69A2-44AD-A26B-D1C9E9CA782C}" type="presOf" srcId="{187E0591-9117-46E2-9A19-472E776D33BF}" destId="{D4F034F7-E262-4314-8CE4-E4D5953E0F62}" srcOrd="0" destOrd="0" presId="urn:microsoft.com/office/officeart/2005/8/layout/hierarchy1"/>
    <dgm:cxn modelId="{F28C7323-5FC8-47E3-83AE-3BE6266820FE}" type="presOf" srcId="{CA5046DC-42AA-43EB-B621-29C068AF600C}" destId="{1F519097-B1BF-4679-A263-48AC61D89743}" srcOrd="0" destOrd="0" presId="urn:microsoft.com/office/officeart/2005/8/layout/hierarchy1"/>
    <dgm:cxn modelId="{5D60F72E-2985-4BF1-8503-DA09C9707560}" srcId="{BEDA80C7-7BFB-4F9B-B0C1-2DA4D4D96D3B}" destId="{EA81D0E6-EFE4-434B-919C-BEDBCFFD7268}" srcOrd="5" destOrd="0" parTransId="{CF0B3D9C-F1A9-4017-AE3B-4A1B3CCC5664}" sibTransId="{D1C0BF89-7AB7-406A-ACBB-B048CC4062BE}"/>
    <dgm:cxn modelId="{BEE8673A-9C91-4A9A-90E4-454EE30DFC79}" type="presOf" srcId="{7D65C05D-DE2F-47FF-8360-2E9F46215BB7}" destId="{A089AB32-4BAC-466A-A948-BAC0C3B69872}" srcOrd="0" destOrd="0" presId="urn:microsoft.com/office/officeart/2005/8/layout/hierarchy1"/>
    <dgm:cxn modelId="{3BD14865-6165-422F-A58A-DD3319E580D4}" srcId="{BEDA80C7-7BFB-4F9B-B0C1-2DA4D4D96D3B}" destId="{7D65C05D-DE2F-47FF-8360-2E9F46215BB7}" srcOrd="3" destOrd="0" parTransId="{543F4F1D-1676-4B5C-BCAC-DA19E1B4F2EA}" sibTransId="{39345EC2-D80B-47D4-94DC-AAB196FFA2AE}"/>
    <dgm:cxn modelId="{EC14A34C-6DCF-4D4F-AB6F-DD1B70458690}" type="presOf" srcId="{BEDA80C7-7BFB-4F9B-B0C1-2DA4D4D96D3B}" destId="{CE853F09-51F9-46C9-865A-FC80043CF6CE}" srcOrd="0" destOrd="0" presId="urn:microsoft.com/office/officeart/2005/8/layout/hierarchy1"/>
    <dgm:cxn modelId="{786E9188-D3C4-4606-B190-1453EC4E66AA}" type="presOf" srcId="{6FAAFCDB-F45C-4C22-BD44-D2C5AF74B835}" destId="{88026F05-ECD2-48B8-9ACF-113086891EB7}" srcOrd="0" destOrd="0" presId="urn:microsoft.com/office/officeart/2005/8/layout/hierarchy1"/>
    <dgm:cxn modelId="{9C506A99-90EB-41E8-A0D1-EEEE10610DE4}" srcId="{BEDA80C7-7BFB-4F9B-B0C1-2DA4D4D96D3B}" destId="{6FAAFCDB-F45C-4C22-BD44-D2C5AF74B835}" srcOrd="0" destOrd="0" parTransId="{A3AAFBA0-41C5-4B9A-BC74-09921759CCB3}" sibTransId="{8AB9D6BB-B747-4CD2-BB2E-F65CD1EEB9A5}"/>
    <dgm:cxn modelId="{0DE19DBC-3624-4E40-B14D-D0B3C07B1CC2}" srcId="{BEDA80C7-7BFB-4F9B-B0C1-2DA4D4D96D3B}" destId="{4DE94FA4-0BD8-4B2C-8A75-40A42DE4A5BB}" srcOrd="1" destOrd="0" parTransId="{717E95B9-6CF5-49D8-95B9-7F51D1A77C67}" sibTransId="{A0907F3B-B858-42CE-B850-FC69DE454A3B}"/>
    <dgm:cxn modelId="{501610C2-AB4F-4EC5-8FE7-371151488E8A}" srcId="{BEDA80C7-7BFB-4F9B-B0C1-2DA4D4D96D3B}" destId="{CA5046DC-42AA-43EB-B621-29C068AF600C}" srcOrd="2" destOrd="0" parTransId="{8A301B9F-D344-4B27-ABE3-27931A141954}" sibTransId="{53B51E85-20F6-4880-9701-B7C5DE984CAE}"/>
    <dgm:cxn modelId="{B4B612D3-00DD-4383-9B3A-D88E0DC6D043}" srcId="{BEDA80C7-7BFB-4F9B-B0C1-2DA4D4D96D3B}" destId="{187E0591-9117-46E2-9A19-472E776D33BF}" srcOrd="4" destOrd="0" parTransId="{ADE94E2A-C98F-41B8-BD67-C47860DA84B1}" sibTransId="{B6223D03-D876-44B0-86D4-7E502AD93EB3}"/>
    <dgm:cxn modelId="{B6A5C8DD-64AD-4FEC-B1B4-F51023971782}" type="presOf" srcId="{EA81D0E6-EFE4-434B-919C-BEDBCFFD7268}" destId="{D0A5245D-0928-4B5A-A725-3AA770D55B82}" srcOrd="0" destOrd="0" presId="urn:microsoft.com/office/officeart/2005/8/layout/hierarchy1"/>
    <dgm:cxn modelId="{CF2513DF-BDE8-4F32-B2EC-CCC27A032AD0}" srcId="{BEDA80C7-7BFB-4F9B-B0C1-2DA4D4D96D3B}" destId="{FF1F95CB-15DA-45A0-83A3-ECFCE5752082}" srcOrd="6" destOrd="0" parTransId="{74103E88-DA6A-44A1-A54B-CB16BA85929C}" sibTransId="{4CAAD12B-E4A8-482A-8354-D9FD4BA2326A}"/>
    <dgm:cxn modelId="{B16EEDEB-F562-4E2D-AECB-E006E8EB75C3}" type="presOf" srcId="{4DE94FA4-0BD8-4B2C-8A75-40A42DE4A5BB}" destId="{68D1694D-C66A-4860-96D8-63A4F9335B93}" srcOrd="0" destOrd="0" presId="urn:microsoft.com/office/officeart/2005/8/layout/hierarchy1"/>
    <dgm:cxn modelId="{9EEA81F0-1F7F-483A-B178-CC008F2EACC0}" type="presOf" srcId="{FF1F95CB-15DA-45A0-83A3-ECFCE5752082}" destId="{E31F964D-3C64-4490-A096-93858A022F70}" srcOrd="0" destOrd="0" presId="urn:microsoft.com/office/officeart/2005/8/layout/hierarchy1"/>
    <dgm:cxn modelId="{51BD489B-568B-4CED-8217-79A60547325B}" type="presParOf" srcId="{CE853F09-51F9-46C9-865A-FC80043CF6CE}" destId="{8D151C36-CD4B-420E-80EF-059630162F5D}" srcOrd="0" destOrd="0" presId="urn:microsoft.com/office/officeart/2005/8/layout/hierarchy1"/>
    <dgm:cxn modelId="{905EBBD3-32A9-4CA9-9052-DB13AD445BA0}" type="presParOf" srcId="{8D151C36-CD4B-420E-80EF-059630162F5D}" destId="{A18A5626-B045-4C4B-9E2B-5C13C33695F5}" srcOrd="0" destOrd="0" presId="urn:microsoft.com/office/officeart/2005/8/layout/hierarchy1"/>
    <dgm:cxn modelId="{CE2DA25F-AFB8-4B5B-B424-006BAA34A221}" type="presParOf" srcId="{A18A5626-B045-4C4B-9E2B-5C13C33695F5}" destId="{209532DB-97FD-4F94-8EDC-92FDEA5B81EF}" srcOrd="0" destOrd="0" presId="urn:microsoft.com/office/officeart/2005/8/layout/hierarchy1"/>
    <dgm:cxn modelId="{AF735C24-AAB7-4BB9-9921-19259BD90E5C}" type="presParOf" srcId="{A18A5626-B045-4C4B-9E2B-5C13C33695F5}" destId="{88026F05-ECD2-48B8-9ACF-113086891EB7}" srcOrd="1" destOrd="0" presId="urn:microsoft.com/office/officeart/2005/8/layout/hierarchy1"/>
    <dgm:cxn modelId="{3DD854EE-5D3D-40DA-B8A1-93BD43776A3B}" type="presParOf" srcId="{8D151C36-CD4B-420E-80EF-059630162F5D}" destId="{EC4EA4FE-DCB1-4616-B04E-006CA6DE1097}" srcOrd="1" destOrd="0" presId="urn:microsoft.com/office/officeart/2005/8/layout/hierarchy1"/>
    <dgm:cxn modelId="{F4B8C107-9BB0-4D90-8599-ED605A457B05}" type="presParOf" srcId="{CE853F09-51F9-46C9-865A-FC80043CF6CE}" destId="{5DD88679-AE65-4FC3-9677-3D486D735B0C}" srcOrd="1" destOrd="0" presId="urn:microsoft.com/office/officeart/2005/8/layout/hierarchy1"/>
    <dgm:cxn modelId="{CFE5B7AC-3014-4E62-A9C0-B1DFA1A72219}" type="presParOf" srcId="{5DD88679-AE65-4FC3-9677-3D486D735B0C}" destId="{AC037367-FC85-4960-A1B4-9DA0E921EF5D}" srcOrd="0" destOrd="0" presId="urn:microsoft.com/office/officeart/2005/8/layout/hierarchy1"/>
    <dgm:cxn modelId="{FB692357-AB86-4023-94F8-AC9975A5C15A}" type="presParOf" srcId="{AC037367-FC85-4960-A1B4-9DA0E921EF5D}" destId="{13574540-6152-4F04-9E47-B8AF7E87A93F}" srcOrd="0" destOrd="0" presId="urn:microsoft.com/office/officeart/2005/8/layout/hierarchy1"/>
    <dgm:cxn modelId="{71A49FCD-0D0D-4F7E-96A5-527EABCB4128}" type="presParOf" srcId="{AC037367-FC85-4960-A1B4-9DA0E921EF5D}" destId="{68D1694D-C66A-4860-96D8-63A4F9335B93}" srcOrd="1" destOrd="0" presId="urn:microsoft.com/office/officeart/2005/8/layout/hierarchy1"/>
    <dgm:cxn modelId="{63046E5B-5486-47FD-9EDC-7AD9B4C6B288}" type="presParOf" srcId="{5DD88679-AE65-4FC3-9677-3D486D735B0C}" destId="{EB4ED7E4-E98D-4E89-922B-C9ECFE9F219D}" srcOrd="1" destOrd="0" presId="urn:microsoft.com/office/officeart/2005/8/layout/hierarchy1"/>
    <dgm:cxn modelId="{EDD45CBB-BC22-473F-A1EB-A459A9FEF3FD}" type="presParOf" srcId="{CE853F09-51F9-46C9-865A-FC80043CF6CE}" destId="{B29ED17F-F4FE-4FE7-B03C-86ED41758B5C}" srcOrd="2" destOrd="0" presId="urn:microsoft.com/office/officeart/2005/8/layout/hierarchy1"/>
    <dgm:cxn modelId="{B57C4ABF-F9C0-4366-B4FA-D1702EBCE8B6}" type="presParOf" srcId="{B29ED17F-F4FE-4FE7-B03C-86ED41758B5C}" destId="{11BB5DBB-1B8D-4651-BAF4-39DB7CCC2448}" srcOrd="0" destOrd="0" presId="urn:microsoft.com/office/officeart/2005/8/layout/hierarchy1"/>
    <dgm:cxn modelId="{E96AE2E4-3799-4135-BFB3-FD80BBFFB2BA}" type="presParOf" srcId="{11BB5DBB-1B8D-4651-BAF4-39DB7CCC2448}" destId="{1D32C6A1-8944-470F-A8FD-F1B60884C0D8}" srcOrd="0" destOrd="0" presId="urn:microsoft.com/office/officeart/2005/8/layout/hierarchy1"/>
    <dgm:cxn modelId="{E528A4FE-3A61-44FE-A170-23F2A7A43546}" type="presParOf" srcId="{11BB5DBB-1B8D-4651-BAF4-39DB7CCC2448}" destId="{1F519097-B1BF-4679-A263-48AC61D89743}" srcOrd="1" destOrd="0" presId="urn:microsoft.com/office/officeart/2005/8/layout/hierarchy1"/>
    <dgm:cxn modelId="{28D303D1-22E5-4CE7-999C-297874E83499}" type="presParOf" srcId="{B29ED17F-F4FE-4FE7-B03C-86ED41758B5C}" destId="{44686E32-2570-4CBF-8366-AC21EFB7451B}" srcOrd="1" destOrd="0" presId="urn:microsoft.com/office/officeart/2005/8/layout/hierarchy1"/>
    <dgm:cxn modelId="{08E90E76-B55F-4156-ABBA-1E247661E68E}" type="presParOf" srcId="{CE853F09-51F9-46C9-865A-FC80043CF6CE}" destId="{3162EB4C-0260-4D1A-9F35-147F134313E0}" srcOrd="3" destOrd="0" presId="urn:microsoft.com/office/officeart/2005/8/layout/hierarchy1"/>
    <dgm:cxn modelId="{3A476682-B862-44F6-8178-0DBDDD287BC3}" type="presParOf" srcId="{3162EB4C-0260-4D1A-9F35-147F134313E0}" destId="{36FCA698-CF4C-444A-BBFD-9F50AEA819DF}" srcOrd="0" destOrd="0" presId="urn:microsoft.com/office/officeart/2005/8/layout/hierarchy1"/>
    <dgm:cxn modelId="{FC83B244-9763-4773-B348-4B69AEEA7CA4}" type="presParOf" srcId="{36FCA698-CF4C-444A-BBFD-9F50AEA819DF}" destId="{5672CD0C-1B16-4168-AA6F-713AA19EE9D6}" srcOrd="0" destOrd="0" presId="urn:microsoft.com/office/officeart/2005/8/layout/hierarchy1"/>
    <dgm:cxn modelId="{7672C9D2-7D50-473E-80BD-D3FBAFB92737}" type="presParOf" srcId="{36FCA698-CF4C-444A-BBFD-9F50AEA819DF}" destId="{A089AB32-4BAC-466A-A948-BAC0C3B69872}" srcOrd="1" destOrd="0" presId="urn:microsoft.com/office/officeart/2005/8/layout/hierarchy1"/>
    <dgm:cxn modelId="{C15BCB4D-178C-4458-87F8-9484955B973A}" type="presParOf" srcId="{3162EB4C-0260-4D1A-9F35-147F134313E0}" destId="{B507284E-6EC4-4FCA-9E18-E68F26C4924F}" srcOrd="1" destOrd="0" presId="urn:microsoft.com/office/officeart/2005/8/layout/hierarchy1"/>
    <dgm:cxn modelId="{297CB297-F834-4CEA-8538-0882D5A5B472}" type="presParOf" srcId="{CE853F09-51F9-46C9-865A-FC80043CF6CE}" destId="{7D2266D4-F93E-4665-BAB0-83F9BD9C38F8}" srcOrd="4" destOrd="0" presId="urn:microsoft.com/office/officeart/2005/8/layout/hierarchy1"/>
    <dgm:cxn modelId="{BFDE4BC2-8938-4E9F-B29B-AA2AA2E5E47B}" type="presParOf" srcId="{7D2266D4-F93E-4665-BAB0-83F9BD9C38F8}" destId="{F75680D0-5BBF-4650-BCBC-32CC53FED88B}" srcOrd="0" destOrd="0" presId="urn:microsoft.com/office/officeart/2005/8/layout/hierarchy1"/>
    <dgm:cxn modelId="{8B42F882-272F-417F-A3D1-38A0C377B7C9}" type="presParOf" srcId="{F75680D0-5BBF-4650-BCBC-32CC53FED88B}" destId="{A4520EF6-6171-4787-AAAF-7DF1CD9F489F}" srcOrd="0" destOrd="0" presId="urn:microsoft.com/office/officeart/2005/8/layout/hierarchy1"/>
    <dgm:cxn modelId="{1156CCB2-683D-440F-BBD9-76E8C9BADCD9}" type="presParOf" srcId="{F75680D0-5BBF-4650-BCBC-32CC53FED88B}" destId="{D4F034F7-E262-4314-8CE4-E4D5953E0F62}" srcOrd="1" destOrd="0" presId="urn:microsoft.com/office/officeart/2005/8/layout/hierarchy1"/>
    <dgm:cxn modelId="{F088A8A2-A93B-44C4-A3E8-8952135B6824}" type="presParOf" srcId="{7D2266D4-F93E-4665-BAB0-83F9BD9C38F8}" destId="{5866C9B1-1EBF-4E36-9EEB-9210E5153D77}" srcOrd="1" destOrd="0" presId="urn:microsoft.com/office/officeart/2005/8/layout/hierarchy1"/>
    <dgm:cxn modelId="{51B90BC5-C5E9-4821-A2E0-36F677E9526E}" type="presParOf" srcId="{CE853F09-51F9-46C9-865A-FC80043CF6CE}" destId="{C067E92E-D2EC-49D6-876E-1B84559352C1}" srcOrd="5" destOrd="0" presId="urn:microsoft.com/office/officeart/2005/8/layout/hierarchy1"/>
    <dgm:cxn modelId="{C5F30D60-E4F5-4473-9FF2-C7C3D9C72BA2}" type="presParOf" srcId="{C067E92E-D2EC-49D6-876E-1B84559352C1}" destId="{0427CB7B-476A-4D3B-A0AE-1D2C9472B9C7}" srcOrd="0" destOrd="0" presId="urn:microsoft.com/office/officeart/2005/8/layout/hierarchy1"/>
    <dgm:cxn modelId="{6B967728-23C7-4731-8CCF-4869C0A727B4}" type="presParOf" srcId="{0427CB7B-476A-4D3B-A0AE-1D2C9472B9C7}" destId="{E81BE21E-EA8D-4B0F-BDC8-1FB8A2BC01FA}" srcOrd="0" destOrd="0" presId="urn:microsoft.com/office/officeart/2005/8/layout/hierarchy1"/>
    <dgm:cxn modelId="{8A333B73-033D-469B-9630-3D440681C567}" type="presParOf" srcId="{0427CB7B-476A-4D3B-A0AE-1D2C9472B9C7}" destId="{D0A5245D-0928-4B5A-A725-3AA770D55B82}" srcOrd="1" destOrd="0" presId="urn:microsoft.com/office/officeart/2005/8/layout/hierarchy1"/>
    <dgm:cxn modelId="{EC447DB2-A493-43F6-9495-C0A10C27BC13}" type="presParOf" srcId="{C067E92E-D2EC-49D6-876E-1B84559352C1}" destId="{C150597A-62B5-4858-82BD-CA1A9F3FCF53}" srcOrd="1" destOrd="0" presId="urn:microsoft.com/office/officeart/2005/8/layout/hierarchy1"/>
    <dgm:cxn modelId="{817326B0-2428-4630-8EB5-A7B106E3B97B}" type="presParOf" srcId="{CE853F09-51F9-46C9-865A-FC80043CF6CE}" destId="{C562A0F1-6572-46B5-B57B-6FD92751C99E}" srcOrd="6" destOrd="0" presId="urn:microsoft.com/office/officeart/2005/8/layout/hierarchy1"/>
    <dgm:cxn modelId="{55E43833-809C-4DC0-B047-C1966676898C}" type="presParOf" srcId="{C562A0F1-6572-46B5-B57B-6FD92751C99E}" destId="{F85253EE-9868-44F1-9B11-B577B0BF01B0}" srcOrd="0" destOrd="0" presId="urn:microsoft.com/office/officeart/2005/8/layout/hierarchy1"/>
    <dgm:cxn modelId="{4F8608E6-D516-4185-91A6-EB0BB06F88FC}" type="presParOf" srcId="{F85253EE-9868-44F1-9B11-B577B0BF01B0}" destId="{82D39FE1-D5D2-4CE7-B45E-07A0F3743279}" srcOrd="0" destOrd="0" presId="urn:microsoft.com/office/officeart/2005/8/layout/hierarchy1"/>
    <dgm:cxn modelId="{71A37528-4DF4-4FA4-8752-2475D00B25B1}" type="presParOf" srcId="{F85253EE-9868-44F1-9B11-B577B0BF01B0}" destId="{E31F964D-3C64-4490-A096-93858A022F70}" srcOrd="1" destOrd="0" presId="urn:microsoft.com/office/officeart/2005/8/layout/hierarchy1"/>
    <dgm:cxn modelId="{3159004E-DC9B-44F4-9B2D-D0558B565A4F}" type="presParOf" srcId="{C562A0F1-6572-46B5-B57B-6FD92751C99E}" destId="{3A7D904B-3509-49C9-A852-1CD1A58C3A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F88AE6-BEE3-420C-9E6E-50694C624F4F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7F5E11-9365-47B2-A54B-AE28A82184CC}">
      <dgm:prSet/>
      <dgm:spPr/>
      <dgm:t>
        <a:bodyPr/>
        <a:lstStyle/>
        <a:p>
          <a:pPr>
            <a:buNone/>
          </a:pPr>
          <a:r>
            <a:rPr lang="en-CA" b="1" dirty="0">
              <a:solidFill>
                <a:schemeClr val="bg2">
                  <a:lumMod val="75000"/>
                </a:schemeClr>
              </a:solidFill>
            </a:rPr>
            <a:t>Marketing Strategy:</a:t>
          </a:r>
          <a:endParaRPr lang="en-CA" dirty="0">
            <a:solidFill>
              <a:schemeClr val="bg2">
                <a:lumMod val="75000"/>
              </a:schemeClr>
            </a:solidFill>
          </a:endParaRPr>
        </a:p>
      </dgm:t>
    </dgm:pt>
    <dgm:pt modelId="{CA0C2362-8C9E-4EB3-B165-7D5AF6E413C0}" type="parTrans" cxnId="{96CA1E73-F369-4772-B0AD-488A0E55E8E5}">
      <dgm:prSet/>
      <dgm:spPr/>
      <dgm:t>
        <a:bodyPr/>
        <a:lstStyle/>
        <a:p>
          <a:endParaRPr lang="en-CA"/>
        </a:p>
      </dgm:t>
    </dgm:pt>
    <dgm:pt modelId="{4E691E38-19C7-442A-A9D5-C8403B7AC553}" type="sibTrans" cxnId="{96CA1E73-F369-4772-B0AD-488A0E55E8E5}">
      <dgm:prSet/>
      <dgm:spPr/>
      <dgm:t>
        <a:bodyPr/>
        <a:lstStyle/>
        <a:p>
          <a:endParaRPr lang="en-CA"/>
        </a:p>
      </dgm:t>
    </dgm:pt>
    <dgm:pt modelId="{CBE664E0-3C04-4CB0-9B2B-15E4ADFDE1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Focus calls on high-propensity clients</a:t>
          </a:r>
        </a:p>
      </dgm:t>
    </dgm:pt>
    <dgm:pt modelId="{ACE44636-8886-44BF-B4EF-568B362D5585}" type="parTrans" cxnId="{290FD73D-FDA7-403B-BD04-E0D7AFD657CE}">
      <dgm:prSet/>
      <dgm:spPr/>
      <dgm:t>
        <a:bodyPr/>
        <a:lstStyle/>
        <a:p>
          <a:endParaRPr lang="en-CA"/>
        </a:p>
      </dgm:t>
    </dgm:pt>
    <dgm:pt modelId="{11BB8B9E-B3E8-4B3A-AD7F-425B138962B4}" type="sibTrans" cxnId="{290FD73D-FDA7-403B-BD04-E0D7AFD657CE}">
      <dgm:prSet/>
      <dgm:spPr/>
      <dgm:t>
        <a:bodyPr/>
        <a:lstStyle/>
        <a:p>
          <a:endParaRPr lang="en-CA"/>
        </a:p>
      </dgm:t>
    </dgm:pt>
    <dgm:pt modelId="{2CA1054D-875D-4D27-8FE2-FD2082D6FE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Limit calls to 3 per customer</a:t>
          </a:r>
        </a:p>
      </dgm:t>
    </dgm:pt>
    <dgm:pt modelId="{92A9A9EC-2D29-4BFA-A959-1CB1D27BD409}" type="parTrans" cxnId="{4476A82F-C94C-4F61-8A7D-D43528077C79}">
      <dgm:prSet/>
      <dgm:spPr/>
      <dgm:t>
        <a:bodyPr/>
        <a:lstStyle/>
        <a:p>
          <a:endParaRPr lang="en-CA"/>
        </a:p>
      </dgm:t>
    </dgm:pt>
    <dgm:pt modelId="{025F9809-2E68-4FF9-AA9B-C053D647E4E5}" type="sibTrans" cxnId="{4476A82F-C94C-4F61-8A7D-D43528077C79}">
      <dgm:prSet/>
      <dgm:spPr/>
      <dgm:t>
        <a:bodyPr/>
        <a:lstStyle/>
        <a:p>
          <a:endParaRPr lang="en-CA"/>
        </a:p>
      </dgm:t>
    </dgm:pt>
    <dgm:pt modelId="{E64BEAE3-C26E-4D40-9B90-29133DFDBC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Skip low-propensity leads → save resources</a:t>
          </a:r>
        </a:p>
      </dgm:t>
    </dgm:pt>
    <dgm:pt modelId="{49C26A5D-106A-4895-ACFE-011CCB367277}" type="parTrans" cxnId="{9298D63C-E348-4625-B5C4-AE2FCD483B96}">
      <dgm:prSet/>
      <dgm:spPr/>
      <dgm:t>
        <a:bodyPr/>
        <a:lstStyle/>
        <a:p>
          <a:endParaRPr lang="en-CA"/>
        </a:p>
      </dgm:t>
    </dgm:pt>
    <dgm:pt modelId="{C77780E4-DDDB-4576-84A1-AC2D14390DB0}" type="sibTrans" cxnId="{9298D63C-E348-4625-B5C4-AE2FCD483B96}">
      <dgm:prSet/>
      <dgm:spPr/>
      <dgm:t>
        <a:bodyPr/>
        <a:lstStyle/>
        <a:p>
          <a:endParaRPr lang="en-CA"/>
        </a:p>
      </dgm:t>
    </dgm:pt>
    <dgm:pt modelId="{CC4BC3B7-ABD0-4C99-8A61-FBA472C041D2}">
      <dgm:prSet/>
      <dgm:spPr/>
      <dgm:t>
        <a:bodyPr/>
        <a:lstStyle/>
        <a:p>
          <a:pPr>
            <a:buNone/>
          </a:pPr>
          <a:r>
            <a:rPr lang="en-CA" b="1" dirty="0">
              <a:solidFill>
                <a:schemeClr val="bg2">
                  <a:lumMod val="75000"/>
                </a:schemeClr>
              </a:solidFill>
            </a:rPr>
            <a:t>Timing:</a:t>
          </a:r>
          <a:endParaRPr lang="en-CA" dirty="0">
            <a:solidFill>
              <a:schemeClr val="bg2">
                <a:lumMod val="75000"/>
              </a:schemeClr>
            </a:solidFill>
          </a:endParaRPr>
        </a:p>
      </dgm:t>
    </dgm:pt>
    <dgm:pt modelId="{34A2979D-C435-4D94-963D-66FAA0A30F8B}" type="parTrans" cxnId="{581A0886-1700-4B16-9013-630AC2619C58}">
      <dgm:prSet/>
      <dgm:spPr/>
      <dgm:t>
        <a:bodyPr/>
        <a:lstStyle/>
        <a:p>
          <a:endParaRPr lang="en-CA"/>
        </a:p>
      </dgm:t>
    </dgm:pt>
    <dgm:pt modelId="{A2E42B9B-17B5-4BDA-A385-15F38DB3B2D8}" type="sibTrans" cxnId="{581A0886-1700-4B16-9013-630AC2619C58}">
      <dgm:prSet/>
      <dgm:spPr/>
      <dgm:t>
        <a:bodyPr/>
        <a:lstStyle/>
        <a:p>
          <a:endParaRPr lang="en-CA"/>
        </a:p>
      </dgm:t>
    </dgm:pt>
    <dgm:pt modelId="{944AC2F7-9749-430F-8737-EBC30822EA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Target low euribor periods → higher conversions</a:t>
          </a:r>
        </a:p>
      </dgm:t>
    </dgm:pt>
    <dgm:pt modelId="{B6377FB2-ED81-4590-9477-3CF61717D4D0}" type="parTrans" cxnId="{5A007590-BBC9-41D4-91D6-EAF590880004}">
      <dgm:prSet/>
      <dgm:spPr/>
      <dgm:t>
        <a:bodyPr/>
        <a:lstStyle/>
        <a:p>
          <a:endParaRPr lang="en-CA"/>
        </a:p>
      </dgm:t>
    </dgm:pt>
    <dgm:pt modelId="{847E6828-ADC8-4F07-BA08-5AF4474160D8}" type="sibTrans" cxnId="{5A007590-BBC9-41D4-91D6-EAF590880004}">
      <dgm:prSet/>
      <dgm:spPr/>
      <dgm:t>
        <a:bodyPr/>
        <a:lstStyle/>
        <a:p>
          <a:endParaRPr lang="en-CA"/>
        </a:p>
      </dgm:t>
    </dgm:pt>
    <dgm:pt modelId="{6551630D-C6FE-489D-AEF6-5E9D3A3889C9}">
      <dgm:prSet/>
      <dgm:spPr/>
      <dgm:t>
        <a:bodyPr/>
        <a:lstStyle/>
        <a:p>
          <a:pPr>
            <a:buNone/>
          </a:pPr>
          <a:r>
            <a:rPr lang="en-CA" b="1" dirty="0">
              <a:solidFill>
                <a:schemeClr val="bg2">
                  <a:lumMod val="75000"/>
                </a:schemeClr>
              </a:solidFill>
            </a:rPr>
            <a:t>Compliance &amp; Explainability:</a:t>
          </a:r>
          <a:endParaRPr lang="en-CA" dirty="0">
            <a:solidFill>
              <a:schemeClr val="bg2">
                <a:lumMod val="75000"/>
              </a:schemeClr>
            </a:solidFill>
          </a:endParaRPr>
        </a:p>
      </dgm:t>
    </dgm:pt>
    <dgm:pt modelId="{D7E2ED9E-5B02-40BB-A2F5-20C27C091D27}" type="parTrans" cxnId="{6528756B-15AB-4EF1-AE77-44B43FF8BAD3}">
      <dgm:prSet/>
      <dgm:spPr/>
      <dgm:t>
        <a:bodyPr/>
        <a:lstStyle/>
        <a:p>
          <a:endParaRPr lang="en-CA"/>
        </a:p>
      </dgm:t>
    </dgm:pt>
    <dgm:pt modelId="{5169C788-913E-4F8F-99ED-ABC787FD1156}" type="sibTrans" cxnId="{6528756B-15AB-4EF1-AE77-44B43FF8BAD3}">
      <dgm:prSet/>
      <dgm:spPr/>
      <dgm:t>
        <a:bodyPr/>
        <a:lstStyle/>
        <a:p>
          <a:endParaRPr lang="en-CA"/>
        </a:p>
      </dgm:t>
    </dgm:pt>
    <dgm:pt modelId="{AC6B24DC-9BED-43B0-B471-8A67EEDD32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CA"/>
            <a:t>SHAP explainability for audits</a:t>
          </a:r>
        </a:p>
      </dgm:t>
    </dgm:pt>
    <dgm:pt modelId="{C2D0CED9-5708-479A-BB4D-20610DDE93D1}" type="parTrans" cxnId="{A35974F9-ED94-44AC-8B14-F7428B45399C}">
      <dgm:prSet/>
      <dgm:spPr/>
      <dgm:t>
        <a:bodyPr/>
        <a:lstStyle/>
        <a:p>
          <a:endParaRPr lang="en-CA"/>
        </a:p>
      </dgm:t>
    </dgm:pt>
    <dgm:pt modelId="{42CA9137-DB6E-4531-BA70-F0E28CD279A3}" type="sibTrans" cxnId="{A35974F9-ED94-44AC-8B14-F7428B45399C}">
      <dgm:prSet/>
      <dgm:spPr/>
      <dgm:t>
        <a:bodyPr/>
        <a:lstStyle/>
        <a:p>
          <a:endParaRPr lang="en-CA"/>
        </a:p>
      </dgm:t>
    </dgm:pt>
    <dgm:pt modelId="{5016D463-491E-493F-83EE-3AA681E904C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Only pre-campaign data → prevents leakage</a:t>
          </a:r>
        </a:p>
      </dgm:t>
    </dgm:pt>
    <dgm:pt modelId="{ECB42785-1BD5-4F64-891F-858BCABD5A64}" type="parTrans" cxnId="{285744E7-16AC-4733-A607-8040BC50077F}">
      <dgm:prSet/>
      <dgm:spPr/>
      <dgm:t>
        <a:bodyPr/>
        <a:lstStyle/>
        <a:p>
          <a:endParaRPr lang="en-CA"/>
        </a:p>
      </dgm:t>
    </dgm:pt>
    <dgm:pt modelId="{CE70BCE6-F630-4055-949B-E1F205DA80BA}" type="sibTrans" cxnId="{285744E7-16AC-4733-A607-8040BC50077F}">
      <dgm:prSet/>
      <dgm:spPr/>
      <dgm:t>
        <a:bodyPr/>
        <a:lstStyle/>
        <a:p>
          <a:endParaRPr lang="en-CA"/>
        </a:p>
      </dgm:t>
    </dgm:pt>
    <dgm:pt modelId="{7EA57147-4218-4516-B076-482FAF71700F}">
      <dgm:prSet/>
      <dgm:spPr/>
      <dgm:t>
        <a:bodyPr/>
        <a:lstStyle/>
        <a:p>
          <a:pPr>
            <a:buNone/>
          </a:pPr>
          <a:r>
            <a:rPr lang="en-CA" b="1" dirty="0">
              <a:solidFill>
                <a:schemeClr val="bg2">
                  <a:lumMod val="75000"/>
                </a:schemeClr>
              </a:solidFill>
            </a:rPr>
            <a:t>Impact</a:t>
          </a:r>
          <a:r>
            <a:rPr lang="en-CA" b="1" dirty="0"/>
            <a:t>:</a:t>
          </a:r>
          <a:endParaRPr lang="en-CA" dirty="0"/>
        </a:p>
      </dgm:t>
    </dgm:pt>
    <dgm:pt modelId="{5C9901F1-74FD-4C73-8ABF-70CA8AEEA9F2}" type="parTrans" cxnId="{C867BFF6-8BBE-4486-B9C5-A8286CDD1BF2}">
      <dgm:prSet/>
      <dgm:spPr/>
      <dgm:t>
        <a:bodyPr/>
        <a:lstStyle/>
        <a:p>
          <a:endParaRPr lang="en-CA"/>
        </a:p>
      </dgm:t>
    </dgm:pt>
    <dgm:pt modelId="{0C5589C3-61D1-4FD5-A951-1DB33E9F3C8D}" type="sibTrans" cxnId="{C867BFF6-8BBE-4486-B9C5-A8286CDD1BF2}">
      <dgm:prSet/>
      <dgm:spPr/>
      <dgm:t>
        <a:bodyPr/>
        <a:lstStyle/>
        <a:p>
          <a:endParaRPr lang="en-CA"/>
        </a:p>
      </dgm:t>
    </dgm:pt>
    <dgm:pt modelId="{071873E1-4192-4442-B160-893D1B8872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30–40% fewer calls, same or higher conversions</a:t>
          </a:r>
        </a:p>
      </dgm:t>
    </dgm:pt>
    <dgm:pt modelId="{836C25B9-ED06-41CE-ADF6-5595DD36EFB9}" type="parTrans" cxnId="{5897596C-EC08-45B2-A274-3233D68CC6B0}">
      <dgm:prSet/>
      <dgm:spPr/>
      <dgm:t>
        <a:bodyPr/>
        <a:lstStyle/>
        <a:p>
          <a:endParaRPr lang="en-CA"/>
        </a:p>
      </dgm:t>
    </dgm:pt>
    <dgm:pt modelId="{D1B42988-7E8C-4881-8FA2-3DE8D59A619E}" type="sibTrans" cxnId="{5897596C-EC08-45B2-A274-3233D68CC6B0}">
      <dgm:prSet/>
      <dgm:spPr/>
      <dgm:t>
        <a:bodyPr/>
        <a:lstStyle/>
        <a:p>
          <a:endParaRPr lang="en-CA"/>
        </a:p>
      </dgm:t>
    </dgm:pt>
    <dgm:pt modelId="{6813CDD3-AE6F-4C73-92C3-5A66541B41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Actionable for stakeholders: CDO, CRO, CMO</a:t>
          </a:r>
        </a:p>
      </dgm:t>
    </dgm:pt>
    <dgm:pt modelId="{1592A102-BB65-47CE-A40B-909454976FF8}" type="parTrans" cxnId="{0285D282-FE38-45E8-B91F-FED408AA2E62}">
      <dgm:prSet/>
      <dgm:spPr/>
      <dgm:t>
        <a:bodyPr/>
        <a:lstStyle/>
        <a:p>
          <a:endParaRPr lang="en-CA"/>
        </a:p>
      </dgm:t>
    </dgm:pt>
    <dgm:pt modelId="{2EBA8ED8-6C42-4758-8D45-A5AE20BA7C55}" type="sibTrans" cxnId="{0285D282-FE38-45E8-B91F-FED408AA2E62}">
      <dgm:prSet/>
      <dgm:spPr/>
      <dgm:t>
        <a:bodyPr/>
        <a:lstStyle/>
        <a:p>
          <a:endParaRPr lang="en-CA"/>
        </a:p>
      </dgm:t>
    </dgm:pt>
    <dgm:pt modelId="{A4D155CA-3B17-4536-92CD-331502F8A629}" type="pres">
      <dgm:prSet presAssocID="{79F88AE6-BEE3-420C-9E6E-50694C624F4F}" presName="linear" presStyleCnt="0">
        <dgm:presLayoutVars>
          <dgm:animLvl val="lvl"/>
          <dgm:resizeHandles val="exact"/>
        </dgm:presLayoutVars>
      </dgm:prSet>
      <dgm:spPr/>
    </dgm:pt>
    <dgm:pt modelId="{B5076574-6258-4477-9F88-BF90D16191CA}" type="pres">
      <dgm:prSet presAssocID="{B27F5E11-9365-47B2-A54B-AE28A82184CC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94CDF227-CBFA-4C68-BE12-5C1DA9D7C8D8}" type="pres">
      <dgm:prSet presAssocID="{4E691E38-19C7-442A-A9D5-C8403B7AC553}" presName="spacer" presStyleCnt="0"/>
      <dgm:spPr/>
    </dgm:pt>
    <dgm:pt modelId="{A477BAE1-5C70-4F97-9B2A-DC1530CEBFDA}" type="pres">
      <dgm:prSet presAssocID="{CBE664E0-3C04-4CB0-9B2B-15E4ADFDE1A1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C8BA04F4-33D0-42B3-82CB-DC136880E9B3}" type="pres">
      <dgm:prSet presAssocID="{11BB8B9E-B3E8-4B3A-AD7F-425B138962B4}" presName="spacer" presStyleCnt="0"/>
      <dgm:spPr/>
    </dgm:pt>
    <dgm:pt modelId="{805A7559-7FA2-4280-86FD-16B38E398389}" type="pres">
      <dgm:prSet presAssocID="{2CA1054D-875D-4D27-8FE2-FD2082D6FE35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E5A20997-A160-462B-A09A-88BA1DDB594E}" type="pres">
      <dgm:prSet presAssocID="{025F9809-2E68-4FF9-AA9B-C053D647E4E5}" presName="spacer" presStyleCnt="0"/>
      <dgm:spPr/>
    </dgm:pt>
    <dgm:pt modelId="{1D446FFB-1A70-4ED2-8418-F223DF32CC8C}" type="pres">
      <dgm:prSet presAssocID="{E64BEAE3-C26E-4D40-9B90-29133DFDBCBE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37076504-D692-49BD-87C3-A5E5C0F3CE8E}" type="pres">
      <dgm:prSet presAssocID="{C77780E4-DDDB-4576-84A1-AC2D14390DB0}" presName="spacer" presStyleCnt="0"/>
      <dgm:spPr/>
    </dgm:pt>
    <dgm:pt modelId="{11F8B6F5-87F2-4BF3-AC49-4C24F8EC5E54}" type="pres">
      <dgm:prSet presAssocID="{CC4BC3B7-ABD0-4C99-8A61-FBA472C041D2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BE778A8F-8EF8-49C2-8088-EFDB7F9B0EF4}" type="pres">
      <dgm:prSet presAssocID="{A2E42B9B-17B5-4BDA-A385-15F38DB3B2D8}" presName="spacer" presStyleCnt="0"/>
      <dgm:spPr/>
    </dgm:pt>
    <dgm:pt modelId="{0FF23D91-5620-44B6-8BC3-F4689AB9E525}" type="pres">
      <dgm:prSet presAssocID="{944AC2F7-9749-430F-8737-EBC30822EAEE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9B702D4E-BFF7-4542-A623-B4F83C055D91}" type="pres">
      <dgm:prSet presAssocID="{847E6828-ADC8-4F07-BA08-5AF4474160D8}" presName="spacer" presStyleCnt="0"/>
      <dgm:spPr/>
    </dgm:pt>
    <dgm:pt modelId="{DC609A6E-3125-4879-8C10-9A3D1CED0F19}" type="pres">
      <dgm:prSet presAssocID="{6551630D-C6FE-489D-AEF6-5E9D3A3889C9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8C522FD6-B61F-42E5-B867-EF49101B77CB}" type="pres">
      <dgm:prSet presAssocID="{5169C788-913E-4F8F-99ED-ABC787FD1156}" presName="spacer" presStyleCnt="0"/>
      <dgm:spPr/>
    </dgm:pt>
    <dgm:pt modelId="{6F620CE4-273D-434A-9344-2FBFD61C0C39}" type="pres">
      <dgm:prSet presAssocID="{AC6B24DC-9BED-43B0-B471-8A67EEDD32C5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5CE1EEF3-1F7F-4D0F-9E16-231CD6F3557A}" type="pres">
      <dgm:prSet presAssocID="{42CA9137-DB6E-4531-BA70-F0E28CD279A3}" presName="spacer" presStyleCnt="0"/>
      <dgm:spPr/>
    </dgm:pt>
    <dgm:pt modelId="{F6600BA0-86F9-4B13-A6A6-CCBA5AB08C39}" type="pres">
      <dgm:prSet presAssocID="{5016D463-491E-493F-83EE-3AA681E904CC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27C57A5F-2DA3-4027-A15A-9F7A89B363E2}" type="pres">
      <dgm:prSet presAssocID="{CE70BCE6-F630-4055-949B-E1F205DA80BA}" presName="spacer" presStyleCnt="0"/>
      <dgm:spPr/>
    </dgm:pt>
    <dgm:pt modelId="{BF1819CA-21C6-4DD7-B979-35BE0DDB6244}" type="pres">
      <dgm:prSet presAssocID="{7EA57147-4218-4516-B076-482FAF71700F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335824D8-98D7-4075-8A07-888978E44362}" type="pres">
      <dgm:prSet presAssocID="{0C5589C3-61D1-4FD5-A951-1DB33E9F3C8D}" presName="spacer" presStyleCnt="0"/>
      <dgm:spPr/>
    </dgm:pt>
    <dgm:pt modelId="{25F0D874-AC5E-4458-A0B2-19E6A73168D9}" type="pres">
      <dgm:prSet presAssocID="{071873E1-4192-4442-B160-893D1B887217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D3EECE18-E4D3-4956-A618-036B9B12111C}" type="pres">
      <dgm:prSet presAssocID="{D1B42988-7E8C-4881-8FA2-3DE8D59A619E}" presName="spacer" presStyleCnt="0"/>
      <dgm:spPr/>
    </dgm:pt>
    <dgm:pt modelId="{BE876DF0-3D9E-4199-97CB-5B595E274BE8}" type="pres">
      <dgm:prSet presAssocID="{6813CDD3-AE6F-4C73-92C3-5A66541B41D0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3C47720C-6558-4309-BDB4-ED3C4C76166B}" type="presOf" srcId="{B27F5E11-9365-47B2-A54B-AE28A82184CC}" destId="{B5076574-6258-4477-9F88-BF90D16191CA}" srcOrd="0" destOrd="0" presId="urn:microsoft.com/office/officeart/2005/8/layout/vList2"/>
    <dgm:cxn modelId="{6240241C-064C-46A2-803C-BA9CA6D7FF93}" type="presOf" srcId="{CBE664E0-3C04-4CB0-9B2B-15E4ADFDE1A1}" destId="{A477BAE1-5C70-4F97-9B2A-DC1530CEBFDA}" srcOrd="0" destOrd="0" presId="urn:microsoft.com/office/officeart/2005/8/layout/vList2"/>
    <dgm:cxn modelId="{7B661425-0183-4665-95BE-DED04E5E4DE3}" type="presOf" srcId="{AC6B24DC-9BED-43B0-B471-8A67EEDD32C5}" destId="{6F620CE4-273D-434A-9344-2FBFD61C0C39}" srcOrd="0" destOrd="0" presId="urn:microsoft.com/office/officeart/2005/8/layout/vList2"/>
    <dgm:cxn modelId="{41705A28-A52D-4DE4-B1B0-258D10CB29A7}" type="presOf" srcId="{6813CDD3-AE6F-4C73-92C3-5A66541B41D0}" destId="{BE876DF0-3D9E-4199-97CB-5B595E274BE8}" srcOrd="0" destOrd="0" presId="urn:microsoft.com/office/officeart/2005/8/layout/vList2"/>
    <dgm:cxn modelId="{4476A82F-C94C-4F61-8A7D-D43528077C79}" srcId="{79F88AE6-BEE3-420C-9E6E-50694C624F4F}" destId="{2CA1054D-875D-4D27-8FE2-FD2082D6FE35}" srcOrd="2" destOrd="0" parTransId="{92A9A9EC-2D29-4BFA-A959-1CB1D27BD409}" sibTransId="{025F9809-2E68-4FF9-AA9B-C053D647E4E5}"/>
    <dgm:cxn modelId="{03789F3C-88D5-4436-9D0C-70E384682824}" type="presOf" srcId="{944AC2F7-9749-430F-8737-EBC30822EAEE}" destId="{0FF23D91-5620-44B6-8BC3-F4689AB9E525}" srcOrd="0" destOrd="0" presId="urn:microsoft.com/office/officeart/2005/8/layout/vList2"/>
    <dgm:cxn modelId="{9298D63C-E348-4625-B5C4-AE2FCD483B96}" srcId="{79F88AE6-BEE3-420C-9E6E-50694C624F4F}" destId="{E64BEAE3-C26E-4D40-9B90-29133DFDBCBE}" srcOrd="3" destOrd="0" parTransId="{49C26A5D-106A-4895-ACFE-011CCB367277}" sibTransId="{C77780E4-DDDB-4576-84A1-AC2D14390DB0}"/>
    <dgm:cxn modelId="{290FD73D-FDA7-403B-BD04-E0D7AFD657CE}" srcId="{79F88AE6-BEE3-420C-9E6E-50694C624F4F}" destId="{CBE664E0-3C04-4CB0-9B2B-15E4ADFDE1A1}" srcOrd="1" destOrd="0" parTransId="{ACE44636-8886-44BF-B4EF-568B362D5585}" sibTransId="{11BB8B9E-B3E8-4B3A-AD7F-425B138962B4}"/>
    <dgm:cxn modelId="{B1E71C3F-6EB9-4972-8EE6-B2C06E03B63C}" type="presOf" srcId="{5016D463-491E-493F-83EE-3AA681E904CC}" destId="{F6600BA0-86F9-4B13-A6A6-CCBA5AB08C39}" srcOrd="0" destOrd="0" presId="urn:microsoft.com/office/officeart/2005/8/layout/vList2"/>
    <dgm:cxn modelId="{6528756B-15AB-4EF1-AE77-44B43FF8BAD3}" srcId="{79F88AE6-BEE3-420C-9E6E-50694C624F4F}" destId="{6551630D-C6FE-489D-AEF6-5E9D3A3889C9}" srcOrd="6" destOrd="0" parTransId="{D7E2ED9E-5B02-40BB-A2F5-20C27C091D27}" sibTransId="{5169C788-913E-4F8F-99ED-ABC787FD1156}"/>
    <dgm:cxn modelId="{5897596C-EC08-45B2-A274-3233D68CC6B0}" srcId="{79F88AE6-BEE3-420C-9E6E-50694C624F4F}" destId="{071873E1-4192-4442-B160-893D1B887217}" srcOrd="10" destOrd="0" parTransId="{836C25B9-ED06-41CE-ADF6-5595DD36EFB9}" sibTransId="{D1B42988-7E8C-4881-8FA2-3DE8D59A619E}"/>
    <dgm:cxn modelId="{96CA1E73-F369-4772-B0AD-488A0E55E8E5}" srcId="{79F88AE6-BEE3-420C-9E6E-50694C624F4F}" destId="{B27F5E11-9365-47B2-A54B-AE28A82184CC}" srcOrd="0" destOrd="0" parTransId="{CA0C2362-8C9E-4EB3-B165-7D5AF6E413C0}" sibTransId="{4E691E38-19C7-442A-A9D5-C8403B7AC553}"/>
    <dgm:cxn modelId="{07232654-EC0A-444A-BEC0-E179631F119D}" type="presOf" srcId="{6551630D-C6FE-489D-AEF6-5E9D3A3889C9}" destId="{DC609A6E-3125-4879-8C10-9A3D1CED0F19}" srcOrd="0" destOrd="0" presId="urn:microsoft.com/office/officeart/2005/8/layout/vList2"/>
    <dgm:cxn modelId="{0DD78282-7FFB-405A-857A-E0E60049FCB2}" type="presOf" srcId="{CC4BC3B7-ABD0-4C99-8A61-FBA472C041D2}" destId="{11F8B6F5-87F2-4BF3-AC49-4C24F8EC5E54}" srcOrd="0" destOrd="0" presId="urn:microsoft.com/office/officeart/2005/8/layout/vList2"/>
    <dgm:cxn modelId="{0285D282-FE38-45E8-B91F-FED408AA2E62}" srcId="{79F88AE6-BEE3-420C-9E6E-50694C624F4F}" destId="{6813CDD3-AE6F-4C73-92C3-5A66541B41D0}" srcOrd="11" destOrd="0" parTransId="{1592A102-BB65-47CE-A40B-909454976FF8}" sibTransId="{2EBA8ED8-6C42-4758-8D45-A5AE20BA7C55}"/>
    <dgm:cxn modelId="{581A0886-1700-4B16-9013-630AC2619C58}" srcId="{79F88AE6-BEE3-420C-9E6E-50694C624F4F}" destId="{CC4BC3B7-ABD0-4C99-8A61-FBA472C041D2}" srcOrd="4" destOrd="0" parTransId="{34A2979D-C435-4D94-963D-66FAA0A30F8B}" sibTransId="{A2E42B9B-17B5-4BDA-A385-15F38DB3B2D8}"/>
    <dgm:cxn modelId="{5A007590-BBC9-41D4-91D6-EAF590880004}" srcId="{79F88AE6-BEE3-420C-9E6E-50694C624F4F}" destId="{944AC2F7-9749-430F-8737-EBC30822EAEE}" srcOrd="5" destOrd="0" parTransId="{B6377FB2-ED81-4590-9477-3CF61717D4D0}" sibTransId="{847E6828-ADC8-4F07-BA08-5AF4474160D8}"/>
    <dgm:cxn modelId="{2655C0A4-1991-4A6E-B609-C21F0F24C1B5}" type="presOf" srcId="{2CA1054D-875D-4D27-8FE2-FD2082D6FE35}" destId="{805A7559-7FA2-4280-86FD-16B38E398389}" srcOrd="0" destOrd="0" presId="urn:microsoft.com/office/officeart/2005/8/layout/vList2"/>
    <dgm:cxn modelId="{52AF29AE-2247-4B66-8993-84709AC6446B}" type="presOf" srcId="{7EA57147-4218-4516-B076-482FAF71700F}" destId="{BF1819CA-21C6-4DD7-B979-35BE0DDB6244}" srcOrd="0" destOrd="0" presId="urn:microsoft.com/office/officeart/2005/8/layout/vList2"/>
    <dgm:cxn modelId="{BE5FEAB7-F725-4A88-B237-BDCCE49F7F83}" type="presOf" srcId="{79F88AE6-BEE3-420C-9E6E-50694C624F4F}" destId="{A4D155CA-3B17-4536-92CD-331502F8A629}" srcOrd="0" destOrd="0" presId="urn:microsoft.com/office/officeart/2005/8/layout/vList2"/>
    <dgm:cxn modelId="{DDD7D3BB-63F0-43E0-864C-272F6BE80C0B}" type="presOf" srcId="{E64BEAE3-C26E-4D40-9B90-29133DFDBCBE}" destId="{1D446FFB-1A70-4ED2-8418-F223DF32CC8C}" srcOrd="0" destOrd="0" presId="urn:microsoft.com/office/officeart/2005/8/layout/vList2"/>
    <dgm:cxn modelId="{B9FA3ED1-06A0-4B62-B750-B8FE33CAB741}" type="presOf" srcId="{071873E1-4192-4442-B160-893D1B887217}" destId="{25F0D874-AC5E-4458-A0B2-19E6A73168D9}" srcOrd="0" destOrd="0" presId="urn:microsoft.com/office/officeart/2005/8/layout/vList2"/>
    <dgm:cxn modelId="{285744E7-16AC-4733-A607-8040BC50077F}" srcId="{79F88AE6-BEE3-420C-9E6E-50694C624F4F}" destId="{5016D463-491E-493F-83EE-3AA681E904CC}" srcOrd="8" destOrd="0" parTransId="{ECB42785-1BD5-4F64-891F-858BCABD5A64}" sibTransId="{CE70BCE6-F630-4055-949B-E1F205DA80BA}"/>
    <dgm:cxn modelId="{C867BFF6-8BBE-4486-B9C5-A8286CDD1BF2}" srcId="{79F88AE6-BEE3-420C-9E6E-50694C624F4F}" destId="{7EA57147-4218-4516-B076-482FAF71700F}" srcOrd="9" destOrd="0" parTransId="{5C9901F1-74FD-4C73-8ABF-70CA8AEEA9F2}" sibTransId="{0C5589C3-61D1-4FD5-A951-1DB33E9F3C8D}"/>
    <dgm:cxn modelId="{A35974F9-ED94-44AC-8B14-F7428B45399C}" srcId="{79F88AE6-BEE3-420C-9E6E-50694C624F4F}" destId="{AC6B24DC-9BED-43B0-B471-8A67EEDD32C5}" srcOrd="7" destOrd="0" parTransId="{C2D0CED9-5708-479A-BB4D-20610DDE93D1}" sibTransId="{42CA9137-DB6E-4531-BA70-F0E28CD279A3}"/>
    <dgm:cxn modelId="{74DD8080-7E4C-4332-A247-DF78B9E41DAB}" type="presParOf" srcId="{A4D155CA-3B17-4536-92CD-331502F8A629}" destId="{B5076574-6258-4477-9F88-BF90D16191CA}" srcOrd="0" destOrd="0" presId="urn:microsoft.com/office/officeart/2005/8/layout/vList2"/>
    <dgm:cxn modelId="{D92B394F-8864-4ABF-BE5D-ACADA308EE44}" type="presParOf" srcId="{A4D155CA-3B17-4536-92CD-331502F8A629}" destId="{94CDF227-CBFA-4C68-BE12-5C1DA9D7C8D8}" srcOrd="1" destOrd="0" presId="urn:microsoft.com/office/officeart/2005/8/layout/vList2"/>
    <dgm:cxn modelId="{9134D723-BAE4-4C9D-A3AC-C986E53E8314}" type="presParOf" srcId="{A4D155CA-3B17-4536-92CD-331502F8A629}" destId="{A477BAE1-5C70-4F97-9B2A-DC1530CEBFDA}" srcOrd="2" destOrd="0" presId="urn:microsoft.com/office/officeart/2005/8/layout/vList2"/>
    <dgm:cxn modelId="{3E38D3C9-6B0D-4928-9B17-C91999C04B28}" type="presParOf" srcId="{A4D155CA-3B17-4536-92CD-331502F8A629}" destId="{C8BA04F4-33D0-42B3-82CB-DC136880E9B3}" srcOrd="3" destOrd="0" presId="urn:microsoft.com/office/officeart/2005/8/layout/vList2"/>
    <dgm:cxn modelId="{C2C70146-AD41-4369-9808-67CFA07768BD}" type="presParOf" srcId="{A4D155CA-3B17-4536-92CD-331502F8A629}" destId="{805A7559-7FA2-4280-86FD-16B38E398389}" srcOrd="4" destOrd="0" presId="urn:microsoft.com/office/officeart/2005/8/layout/vList2"/>
    <dgm:cxn modelId="{0C366E02-2124-4210-8131-018577E9F704}" type="presParOf" srcId="{A4D155CA-3B17-4536-92CD-331502F8A629}" destId="{E5A20997-A160-462B-A09A-88BA1DDB594E}" srcOrd="5" destOrd="0" presId="urn:microsoft.com/office/officeart/2005/8/layout/vList2"/>
    <dgm:cxn modelId="{5B2F4E52-5747-4B95-811F-13731D95EBAE}" type="presParOf" srcId="{A4D155CA-3B17-4536-92CD-331502F8A629}" destId="{1D446FFB-1A70-4ED2-8418-F223DF32CC8C}" srcOrd="6" destOrd="0" presId="urn:microsoft.com/office/officeart/2005/8/layout/vList2"/>
    <dgm:cxn modelId="{95FD1F99-1E72-4B96-A28B-6D5802F0481C}" type="presParOf" srcId="{A4D155CA-3B17-4536-92CD-331502F8A629}" destId="{37076504-D692-49BD-87C3-A5E5C0F3CE8E}" srcOrd="7" destOrd="0" presId="urn:microsoft.com/office/officeart/2005/8/layout/vList2"/>
    <dgm:cxn modelId="{F853D2FC-60A8-40D2-85A3-3C8607BCF508}" type="presParOf" srcId="{A4D155CA-3B17-4536-92CD-331502F8A629}" destId="{11F8B6F5-87F2-4BF3-AC49-4C24F8EC5E54}" srcOrd="8" destOrd="0" presId="urn:microsoft.com/office/officeart/2005/8/layout/vList2"/>
    <dgm:cxn modelId="{43126174-0A1A-4EE0-9596-715CC996C7F4}" type="presParOf" srcId="{A4D155CA-3B17-4536-92CD-331502F8A629}" destId="{BE778A8F-8EF8-49C2-8088-EFDB7F9B0EF4}" srcOrd="9" destOrd="0" presId="urn:microsoft.com/office/officeart/2005/8/layout/vList2"/>
    <dgm:cxn modelId="{433153B9-F032-4CF7-9836-08DE08E18E74}" type="presParOf" srcId="{A4D155CA-3B17-4536-92CD-331502F8A629}" destId="{0FF23D91-5620-44B6-8BC3-F4689AB9E525}" srcOrd="10" destOrd="0" presId="urn:microsoft.com/office/officeart/2005/8/layout/vList2"/>
    <dgm:cxn modelId="{639D4CBC-3182-42D2-9E30-481A10C52417}" type="presParOf" srcId="{A4D155CA-3B17-4536-92CD-331502F8A629}" destId="{9B702D4E-BFF7-4542-A623-B4F83C055D91}" srcOrd="11" destOrd="0" presId="urn:microsoft.com/office/officeart/2005/8/layout/vList2"/>
    <dgm:cxn modelId="{5C53F05A-CA3C-4F39-9E48-D60CFDADFECB}" type="presParOf" srcId="{A4D155CA-3B17-4536-92CD-331502F8A629}" destId="{DC609A6E-3125-4879-8C10-9A3D1CED0F19}" srcOrd="12" destOrd="0" presId="urn:microsoft.com/office/officeart/2005/8/layout/vList2"/>
    <dgm:cxn modelId="{473ACF7F-8143-4172-A033-9ABC788ED1C9}" type="presParOf" srcId="{A4D155CA-3B17-4536-92CD-331502F8A629}" destId="{8C522FD6-B61F-42E5-B867-EF49101B77CB}" srcOrd="13" destOrd="0" presId="urn:microsoft.com/office/officeart/2005/8/layout/vList2"/>
    <dgm:cxn modelId="{1149D0E0-524A-4248-9E57-9A24C3807DDB}" type="presParOf" srcId="{A4D155CA-3B17-4536-92CD-331502F8A629}" destId="{6F620CE4-273D-434A-9344-2FBFD61C0C39}" srcOrd="14" destOrd="0" presId="urn:microsoft.com/office/officeart/2005/8/layout/vList2"/>
    <dgm:cxn modelId="{06BF2BFD-63A6-4601-9711-D6F4670776E8}" type="presParOf" srcId="{A4D155CA-3B17-4536-92CD-331502F8A629}" destId="{5CE1EEF3-1F7F-4D0F-9E16-231CD6F3557A}" srcOrd="15" destOrd="0" presId="urn:microsoft.com/office/officeart/2005/8/layout/vList2"/>
    <dgm:cxn modelId="{E31CC65C-8028-4356-8A61-2D060824F635}" type="presParOf" srcId="{A4D155CA-3B17-4536-92CD-331502F8A629}" destId="{F6600BA0-86F9-4B13-A6A6-CCBA5AB08C39}" srcOrd="16" destOrd="0" presId="urn:microsoft.com/office/officeart/2005/8/layout/vList2"/>
    <dgm:cxn modelId="{6E8097DD-ABD7-4F93-BDD1-A87B6964C0A7}" type="presParOf" srcId="{A4D155CA-3B17-4536-92CD-331502F8A629}" destId="{27C57A5F-2DA3-4027-A15A-9F7A89B363E2}" srcOrd="17" destOrd="0" presId="urn:microsoft.com/office/officeart/2005/8/layout/vList2"/>
    <dgm:cxn modelId="{B5B01962-3FC3-403B-94D6-8EE8AF8F9231}" type="presParOf" srcId="{A4D155CA-3B17-4536-92CD-331502F8A629}" destId="{BF1819CA-21C6-4DD7-B979-35BE0DDB6244}" srcOrd="18" destOrd="0" presId="urn:microsoft.com/office/officeart/2005/8/layout/vList2"/>
    <dgm:cxn modelId="{0B606782-6359-4A01-B641-741E63CD7C5C}" type="presParOf" srcId="{A4D155CA-3B17-4536-92CD-331502F8A629}" destId="{335824D8-98D7-4075-8A07-888978E44362}" srcOrd="19" destOrd="0" presId="urn:microsoft.com/office/officeart/2005/8/layout/vList2"/>
    <dgm:cxn modelId="{8BCC9096-7D3B-4822-AB9A-9FDE5100CB95}" type="presParOf" srcId="{A4D155CA-3B17-4536-92CD-331502F8A629}" destId="{25F0D874-AC5E-4458-A0B2-19E6A73168D9}" srcOrd="20" destOrd="0" presId="urn:microsoft.com/office/officeart/2005/8/layout/vList2"/>
    <dgm:cxn modelId="{B857294B-B4FA-4B4C-A1C9-1307774E783F}" type="presParOf" srcId="{A4D155CA-3B17-4536-92CD-331502F8A629}" destId="{D3EECE18-E4D3-4956-A618-036B9B12111C}" srcOrd="21" destOrd="0" presId="urn:microsoft.com/office/officeart/2005/8/layout/vList2"/>
    <dgm:cxn modelId="{9F4F1DE6-0E59-4682-83B6-39735C635905}" type="presParOf" srcId="{A4D155CA-3B17-4536-92CD-331502F8A629}" destId="{BE876DF0-3D9E-4199-97CB-5B595E274BE8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700D7-5E3E-422F-8644-9A448F45B361}">
      <dsp:nvSpPr>
        <dsp:cNvPr id="0" name=""/>
        <dsp:cNvSpPr/>
      </dsp:nvSpPr>
      <dsp:spPr>
        <a:xfrm>
          <a:off x="0" y="787390"/>
          <a:ext cx="2055020" cy="130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F23EC-A95D-4CCF-9B78-9596EFF1B477}">
      <dsp:nvSpPr>
        <dsp:cNvPr id="0" name=""/>
        <dsp:cNvSpPr/>
      </dsp:nvSpPr>
      <dsp:spPr>
        <a:xfrm>
          <a:off x="228335" y="1004309"/>
          <a:ext cx="2055020" cy="130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Dataset</a:t>
          </a:r>
          <a:r>
            <a:rPr lang="en-US" sz="1600" kern="1200" dirty="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</a:t>
          </a:r>
          <a:r>
            <a:rPr lang="en-US" sz="1400" kern="1200" dirty="0"/>
            <a:t>Direct marketing campaigns from a Portuguese bank</a:t>
          </a:r>
        </a:p>
      </dsp:txBody>
      <dsp:txXfrm>
        <a:off x="266555" y="1042529"/>
        <a:ext cx="1978580" cy="1228498"/>
      </dsp:txXfrm>
    </dsp:sp>
    <dsp:sp modelId="{600B2D1A-CF93-4DD8-86B3-62B43238B145}">
      <dsp:nvSpPr>
        <dsp:cNvPr id="0" name=""/>
        <dsp:cNvSpPr/>
      </dsp:nvSpPr>
      <dsp:spPr>
        <a:xfrm>
          <a:off x="2511691" y="787390"/>
          <a:ext cx="2055020" cy="130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7AAD0-C480-44AC-A0EB-B33AF0519B54}">
      <dsp:nvSpPr>
        <dsp:cNvPr id="0" name=""/>
        <dsp:cNvSpPr/>
      </dsp:nvSpPr>
      <dsp:spPr>
        <a:xfrm>
          <a:off x="2740027" y="1004309"/>
          <a:ext cx="2055020" cy="130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Goal</a:t>
          </a:r>
          <a:r>
            <a:rPr lang="en-US" sz="1600" kern="1200" dirty="0"/>
            <a:t>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</a:t>
          </a:r>
          <a:r>
            <a:rPr lang="en-US" sz="1400" kern="1200" dirty="0"/>
            <a:t>Predict whether a client will subscribe (y: yes/no)</a:t>
          </a:r>
        </a:p>
      </dsp:txBody>
      <dsp:txXfrm>
        <a:off x="2778247" y="1042529"/>
        <a:ext cx="1978580" cy="1228498"/>
      </dsp:txXfrm>
    </dsp:sp>
    <dsp:sp modelId="{A934565B-5C92-4433-B788-876CE1172E81}">
      <dsp:nvSpPr>
        <dsp:cNvPr id="0" name=""/>
        <dsp:cNvSpPr/>
      </dsp:nvSpPr>
      <dsp:spPr>
        <a:xfrm>
          <a:off x="5023383" y="787390"/>
          <a:ext cx="2055020" cy="130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3AF47-F1EF-4B7F-97E2-B78AD8441A6A}">
      <dsp:nvSpPr>
        <dsp:cNvPr id="0" name=""/>
        <dsp:cNvSpPr/>
      </dsp:nvSpPr>
      <dsp:spPr>
        <a:xfrm>
          <a:off x="5251719" y="1004309"/>
          <a:ext cx="2055020" cy="130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Importance</a:t>
          </a:r>
          <a:r>
            <a:rPr lang="en-US" sz="1600" kern="1200" dirty="0"/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Target high-probability clients, reduce cost, increase ROI</a:t>
          </a:r>
        </a:p>
      </dsp:txBody>
      <dsp:txXfrm>
        <a:off x="5289939" y="1042529"/>
        <a:ext cx="1978580" cy="12284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07D65-63FB-499F-96C4-12CDC740803B}">
      <dsp:nvSpPr>
        <dsp:cNvPr id="0" name=""/>
        <dsp:cNvSpPr/>
      </dsp:nvSpPr>
      <dsp:spPr>
        <a:xfrm>
          <a:off x="0" y="2811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DA77F-3998-498B-B3B7-74727E622C6E}">
      <dsp:nvSpPr>
        <dsp:cNvPr id="0" name=""/>
        <dsp:cNvSpPr/>
      </dsp:nvSpPr>
      <dsp:spPr>
        <a:xfrm>
          <a:off x="181159" y="137558"/>
          <a:ext cx="329380" cy="3293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E59A5-C7A1-4AE9-BA83-CA1F072DBF4B}">
      <dsp:nvSpPr>
        <dsp:cNvPr id="0" name=""/>
        <dsp:cNvSpPr/>
      </dsp:nvSpPr>
      <dsp:spPr>
        <a:xfrm>
          <a:off x="691698" y="2811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Models used for prediction:</a:t>
          </a:r>
        </a:p>
      </dsp:txBody>
      <dsp:txXfrm>
        <a:off x="691698" y="2811"/>
        <a:ext cx="7431282" cy="598873"/>
      </dsp:txXfrm>
    </dsp:sp>
    <dsp:sp modelId="{93722250-B5AE-47D1-ABB4-D0A46008FFD1}">
      <dsp:nvSpPr>
        <dsp:cNvPr id="0" name=""/>
        <dsp:cNvSpPr/>
      </dsp:nvSpPr>
      <dsp:spPr>
        <a:xfrm>
          <a:off x="0" y="751403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A56B4-7CCE-4078-BF6E-32B2C73659DE}">
      <dsp:nvSpPr>
        <dsp:cNvPr id="0" name=""/>
        <dsp:cNvSpPr/>
      </dsp:nvSpPr>
      <dsp:spPr>
        <a:xfrm>
          <a:off x="181159" y="886149"/>
          <a:ext cx="329380" cy="3293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31973-1422-4A23-9332-11B9F54A1F10}">
      <dsp:nvSpPr>
        <dsp:cNvPr id="0" name=""/>
        <dsp:cNvSpPr/>
      </dsp:nvSpPr>
      <dsp:spPr>
        <a:xfrm>
          <a:off x="691698" y="751403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Logistic Regression (baseline)</a:t>
          </a:r>
        </a:p>
      </dsp:txBody>
      <dsp:txXfrm>
        <a:off x="691698" y="751403"/>
        <a:ext cx="7431282" cy="598873"/>
      </dsp:txXfrm>
    </dsp:sp>
    <dsp:sp modelId="{92491A01-B25A-448C-95C4-E23AA0E0BBF2}">
      <dsp:nvSpPr>
        <dsp:cNvPr id="0" name=""/>
        <dsp:cNvSpPr/>
      </dsp:nvSpPr>
      <dsp:spPr>
        <a:xfrm>
          <a:off x="0" y="1499994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C27E0-3E25-4243-BFE4-A8CAEBED97A2}">
      <dsp:nvSpPr>
        <dsp:cNvPr id="0" name=""/>
        <dsp:cNvSpPr/>
      </dsp:nvSpPr>
      <dsp:spPr>
        <a:xfrm>
          <a:off x="181159" y="1634741"/>
          <a:ext cx="329380" cy="3293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30FF6-5DE0-4062-996D-F75E2F209FCA}">
      <dsp:nvSpPr>
        <dsp:cNvPr id="0" name=""/>
        <dsp:cNvSpPr/>
      </dsp:nvSpPr>
      <dsp:spPr>
        <a:xfrm>
          <a:off x="691698" y="1499994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Decision Tree (simple, interpretable)</a:t>
          </a:r>
        </a:p>
      </dsp:txBody>
      <dsp:txXfrm>
        <a:off x="691698" y="1499994"/>
        <a:ext cx="7431282" cy="598873"/>
      </dsp:txXfrm>
    </dsp:sp>
    <dsp:sp modelId="{A761F284-BFFD-4B6D-AE1A-4DE3926C2945}">
      <dsp:nvSpPr>
        <dsp:cNvPr id="0" name=""/>
        <dsp:cNvSpPr/>
      </dsp:nvSpPr>
      <dsp:spPr>
        <a:xfrm>
          <a:off x="0" y="2248586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A2390-2571-427B-98D3-72ACD22B6290}">
      <dsp:nvSpPr>
        <dsp:cNvPr id="0" name=""/>
        <dsp:cNvSpPr/>
      </dsp:nvSpPr>
      <dsp:spPr>
        <a:xfrm>
          <a:off x="181159" y="2383332"/>
          <a:ext cx="329380" cy="3293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899D9-19D2-4F45-A8FF-9FBFF96E314C}">
      <dsp:nvSpPr>
        <dsp:cNvPr id="0" name=""/>
        <dsp:cNvSpPr/>
      </dsp:nvSpPr>
      <dsp:spPr>
        <a:xfrm>
          <a:off x="691698" y="2248586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Random Forest (ensemble, reduces overfitting)</a:t>
          </a:r>
        </a:p>
      </dsp:txBody>
      <dsp:txXfrm>
        <a:off x="691698" y="2248586"/>
        <a:ext cx="7431282" cy="598873"/>
      </dsp:txXfrm>
    </dsp:sp>
    <dsp:sp modelId="{1C5414BB-F5B2-49AC-BB36-21A16CEC6ED1}">
      <dsp:nvSpPr>
        <dsp:cNvPr id="0" name=""/>
        <dsp:cNvSpPr/>
      </dsp:nvSpPr>
      <dsp:spPr>
        <a:xfrm>
          <a:off x="0" y="2997178"/>
          <a:ext cx="8122981" cy="59887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A1525-8378-4694-B829-F635AD7798D9}">
      <dsp:nvSpPr>
        <dsp:cNvPr id="0" name=""/>
        <dsp:cNvSpPr/>
      </dsp:nvSpPr>
      <dsp:spPr>
        <a:xfrm>
          <a:off x="181159" y="3131924"/>
          <a:ext cx="329380" cy="3293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AB3C8-1D4F-4CEE-9914-02D05C85AC64}">
      <dsp:nvSpPr>
        <dsp:cNvPr id="0" name=""/>
        <dsp:cNvSpPr/>
      </dsp:nvSpPr>
      <dsp:spPr>
        <a:xfrm>
          <a:off x="691698" y="2997178"/>
          <a:ext cx="743128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</a:t>
          </a:r>
          <a:r>
            <a:rPr lang="en-US" sz="1900" kern="1200" dirty="0" err="1"/>
            <a:t>XGBoost</a:t>
          </a:r>
          <a:r>
            <a:rPr lang="en-US" sz="1900" kern="1200" dirty="0"/>
            <a:t> (gradient boosting, best accuracy &amp; recall balance)</a:t>
          </a:r>
        </a:p>
      </dsp:txBody>
      <dsp:txXfrm>
        <a:off x="691698" y="2997178"/>
        <a:ext cx="7431282" cy="598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DFF4A-7D84-46F6-8165-DAA1D1E8E874}">
      <dsp:nvSpPr>
        <dsp:cNvPr id="0" name=""/>
        <dsp:cNvSpPr/>
      </dsp:nvSpPr>
      <dsp:spPr>
        <a:xfrm>
          <a:off x="0" y="210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241A9-812A-492C-8371-1610E610E7AF}">
      <dsp:nvSpPr>
        <dsp:cNvPr id="0" name=""/>
        <dsp:cNvSpPr/>
      </dsp:nvSpPr>
      <dsp:spPr>
        <a:xfrm>
          <a:off x="0" y="210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Top features affecting campaign success</a:t>
          </a:r>
          <a:r>
            <a:rPr lang="en-US" sz="1100" kern="1200"/>
            <a:t>:</a:t>
          </a:r>
        </a:p>
      </dsp:txBody>
      <dsp:txXfrm>
        <a:off x="0" y="210"/>
        <a:ext cx="4817409" cy="246153"/>
      </dsp:txXfrm>
    </dsp:sp>
    <dsp:sp modelId="{FB3B20E1-71A6-4CED-ABDE-DDA7BDEC00EC}">
      <dsp:nvSpPr>
        <dsp:cNvPr id="0" name=""/>
        <dsp:cNvSpPr/>
      </dsp:nvSpPr>
      <dsp:spPr>
        <a:xfrm>
          <a:off x="0" y="246364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841EF-839A-4400-863D-5B55D3A4BA9A}">
      <dsp:nvSpPr>
        <dsp:cNvPr id="0" name=""/>
        <dsp:cNvSpPr/>
      </dsp:nvSpPr>
      <dsp:spPr>
        <a:xfrm>
          <a:off x="0" y="246364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previous campaign outcome</a:t>
          </a:r>
        </a:p>
      </dsp:txBody>
      <dsp:txXfrm>
        <a:off x="0" y="246364"/>
        <a:ext cx="4817409" cy="246153"/>
      </dsp:txXfrm>
    </dsp:sp>
    <dsp:sp modelId="{E695777F-644F-4577-B8E7-5F4115757E15}">
      <dsp:nvSpPr>
        <dsp:cNvPr id="0" name=""/>
        <dsp:cNvSpPr/>
      </dsp:nvSpPr>
      <dsp:spPr>
        <a:xfrm>
          <a:off x="0" y="492518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4EDAA-910C-434B-A474-C50578281B48}">
      <dsp:nvSpPr>
        <dsp:cNvPr id="0" name=""/>
        <dsp:cNvSpPr/>
      </dsp:nvSpPr>
      <dsp:spPr>
        <a:xfrm>
          <a:off x="0" y="492518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history</a:t>
          </a:r>
        </a:p>
      </dsp:txBody>
      <dsp:txXfrm>
        <a:off x="0" y="492518"/>
        <a:ext cx="4817409" cy="246153"/>
      </dsp:txXfrm>
    </dsp:sp>
    <dsp:sp modelId="{2DD327FF-F96D-441B-8A8E-CA5D62CAA5E1}">
      <dsp:nvSpPr>
        <dsp:cNvPr id="0" name=""/>
        <dsp:cNvSpPr/>
      </dsp:nvSpPr>
      <dsp:spPr>
        <a:xfrm>
          <a:off x="0" y="738672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B37D4-EBFE-447B-9A1E-9B7B64E7C987}">
      <dsp:nvSpPr>
        <dsp:cNvPr id="0" name=""/>
        <dsp:cNvSpPr/>
      </dsp:nvSpPr>
      <dsp:spPr>
        <a:xfrm>
          <a:off x="0" y="738672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euribor3m</a:t>
          </a:r>
        </a:p>
      </dsp:txBody>
      <dsp:txXfrm>
        <a:off x="0" y="738672"/>
        <a:ext cx="4817409" cy="246153"/>
      </dsp:txXfrm>
    </dsp:sp>
    <dsp:sp modelId="{3054D5B9-628A-4F98-A07B-57C00151F13C}">
      <dsp:nvSpPr>
        <dsp:cNvPr id="0" name=""/>
        <dsp:cNvSpPr/>
      </dsp:nvSpPr>
      <dsp:spPr>
        <a:xfrm>
          <a:off x="0" y="984825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FAA7C-6AE8-4D1E-9C38-EC7E6130CD3E}">
      <dsp:nvSpPr>
        <dsp:cNvPr id="0" name=""/>
        <dsp:cNvSpPr/>
      </dsp:nvSpPr>
      <dsp:spPr>
        <a:xfrm>
          <a:off x="0" y="984825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age</a:t>
          </a:r>
        </a:p>
      </dsp:txBody>
      <dsp:txXfrm>
        <a:off x="0" y="984825"/>
        <a:ext cx="4817409" cy="246153"/>
      </dsp:txXfrm>
    </dsp:sp>
    <dsp:sp modelId="{AD55A72D-C855-46D4-BE3F-EDC5A4B59CDC}">
      <dsp:nvSpPr>
        <dsp:cNvPr id="0" name=""/>
        <dsp:cNvSpPr/>
      </dsp:nvSpPr>
      <dsp:spPr>
        <a:xfrm>
          <a:off x="0" y="1230979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E4030-A3A9-49C6-9982-D9A981F38F88}">
      <dsp:nvSpPr>
        <dsp:cNvPr id="0" name=""/>
        <dsp:cNvSpPr/>
      </dsp:nvSpPr>
      <dsp:spPr>
        <a:xfrm>
          <a:off x="0" y="1230979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contact type</a:t>
          </a:r>
        </a:p>
      </dsp:txBody>
      <dsp:txXfrm>
        <a:off x="0" y="1230979"/>
        <a:ext cx="4817409" cy="246153"/>
      </dsp:txXfrm>
    </dsp:sp>
    <dsp:sp modelId="{1427E075-20EF-4945-866C-3AD5D2C4BE26}">
      <dsp:nvSpPr>
        <dsp:cNvPr id="0" name=""/>
        <dsp:cNvSpPr/>
      </dsp:nvSpPr>
      <dsp:spPr>
        <a:xfrm>
          <a:off x="0" y="1477133"/>
          <a:ext cx="481740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B8412-5FCF-45D8-A0AB-126F11E16F18}">
      <dsp:nvSpPr>
        <dsp:cNvPr id="0" name=""/>
        <dsp:cNvSpPr/>
      </dsp:nvSpPr>
      <dsp:spPr>
        <a:xfrm>
          <a:off x="0" y="1477133"/>
          <a:ext cx="4817409" cy="24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0" y="1477133"/>
        <a:ext cx="4817409" cy="2461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532DB-97FD-4F94-8EDC-92FDEA5B81EF}">
      <dsp:nvSpPr>
        <dsp:cNvPr id="0" name=""/>
        <dsp:cNvSpPr/>
      </dsp:nvSpPr>
      <dsp:spPr>
        <a:xfrm>
          <a:off x="7375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026F05-ECD2-48B8-9ACF-113086891EB7}">
      <dsp:nvSpPr>
        <dsp:cNvPr id="0" name=""/>
        <dsp:cNvSpPr/>
      </dsp:nvSpPr>
      <dsp:spPr>
        <a:xfrm>
          <a:off x="117595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1. Target Audience (Who to Call)</a:t>
          </a:r>
          <a:endParaRPr lang="en-US" sz="900" kern="1200"/>
        </a:p>
      </dsp:txBody>
      <dsp:txXfrm>
        <a:off x="136044" y="843033"/>
        <a:ext cx="955086" cy="593012"/>
      </dsp:txXfrm>
    </dsp:sp>
    <dsp:sp modelId="{13574540-6152-4F04-9E47-B8AF7E87A93F}">
      <dsp:nvSpPr>
        <dsp:cNvPr id="0" name=""/>
        <dsp:cNvSpPr/>
      </dsp:nvSpPr>
      <dsp:spPr>
        <a:xfrm>
          <a:off x="1219800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D1694D-C66A-4860-96D8-63A4F9335B93}">
      <dsp:nvSpPr>
        <dsp:cNvPr id="0" name=""/>
        <dsp:cNvSpPr/>
      </dsp:nvSpPr>
      <dsp:spPr>
        <a:xfrm>
          <a:off x="1330021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Students: +42% lift in subscription probability</a:t>
          </a:r>
        </a:p>
      </dsp:txBody>
      <dsp:txXfrm>
        <a:off x="1348470" y="843033"/>
        <a:ext cx="955086" cy="593012"/>
      </dsp:txXfrm>
    </dsp:sp>
    <dsp:sp modelId="{1D32C6A1-8944-470F-A8FD-F1B60884C0D8}">
      <dsp:nvSpPr>
        <dsp:cNvPr id="0" name=""/>
        <dsp:cNvSpPr/>
      </dsp:nvSpPr>
      <dsp:spPr>
        <a:xfrm>
          <a:off x="243222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519097-B1BF-4679-A263-48AC61D89743}">
      <dsp:nvSpPr>
        <dsp:cNvPr id="0" name=""/>
        <dsp:cNvSpPr/>
      </dsp:nvSpPr>
      <dsp:spPr>
        <a:xfrm>
          <a:off x="2542446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Retirees: +33% lift</a:t>
          </a:r>
        </a:p>
      </dsp:txBody>
      <dsp:txXfrm>
        <a:off x="2560895" y="843033"/>
        <a:ext cx="955086" cy="593012"/>
      </dsp:txXfrm>
    </dsp:sp>
    <dsp:sp modelId="{5672CD0C-1B16-4168-AA6F-713AA19EE9D6}">
      <dsp:nvSpPr>
        <dsp:cNvPr id="0" name=""/>
        <dsp:cNvSpPr/>
      </dsp:nvSpPr>
      <dsp:spPr>
        <a:xfrm>
          <a:off x="3644651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89AB32-4BAC-466A-A948-BAC0C3B69872}">
      <dsp:nvSpPr>
        <dsp:cNvPr id="0" name=""/>
        <dsp:cNvSpPr/>
      </dsp:nvSpPr>
      <dsp:spPr>
        <a:xfrm>
          <a:off x="375487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Avoid: Blue-collar, Services, Married</a:t>
          </a:r>
        </a:p>
      </dsp:txBody>
      <dsp:txXfrm>
        <a:off x="3773321" y="843033"/>
        <a:ext cx="955086" cy="593012"/>
      </dsp:txXfrm>
    </dsp:sp>
    <dsp:sp modelId="{A4520EF6-6171-4787-AAAF-7DF1CD9F489F}">
      <dsp:nvSpPr>
        <dsp:cNvPr id="0" name=""/>
        <dsp:cNvSpPr/>
      </dsp:nvSpPr>
      <dsp:spPr>
        <a:xfrm>
          <a:off x="4857076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F034F7-E262-4314-8CE4-E4D5953E0F62}">
      <dsp:nvSpPr>
        <dsp:cNvPr id="0" name=""/>
        <dsp:cNvSpPr/>
      </dsp:nvSpPr>
      <dsp:spPr>
        <a:xfrm>
          <a:off x="4967297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2. Strategic Timing (When to Call)</a:t>
          </a:r>
          <a:endParaRPr lang="en-US" sz="900" kern="1200" dirty="0"/>
        </a:p>
      </dsp:txBody>
      <dsp:txXfrm>
        <a:off x="4985746" y="843033"/>
        <a:ext cx="955086" cy="593012"/>
      </dsp:txXfrm>
    </dsp:sp>
    <dsp:sp modelId="{E81BE21E-EA8D-4B0F-BDC8-1FB8A2BC01FA}">
      <dsp:nvSpPr>
        <dsp:cNvPr id="0" name=""/>
        <dsp:cNvSpPr/>
      </dsp:nvSpPr>
      <dsp:spPr>
        <a:xfrm>
          <a:off x="6069502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0A5245D-0928-4B5A-A725-3AA770D55B82}">
      <dsp:nvSpPr>
        <dsp:cNvPr id="0" name=""/>
        <dsp:cNvSpPr/>
      </dsp:nvSpPr>
      <dsp:spPr>
        <a:xfrm>
          <a:off x="6179722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Euribor3m dominates timing decisions</a:t>
          </a:r>
        </a:p>
      </dsp:txBody>
      <dsp:txXfrm>
        <a:off x="6198171" y="843033"/>
        <a:ext cx="955086" cy="593012"/>
      </dsp:txXfrm>
    </dsp:sp>
    <dsp:sp modelId="{82D39FE1-D5D2-4CE7-B45E-07A0F3743279}">
      <dsp:nvSpPr>
        <dsp:cNvPr id="0" name=""/>
        <dsp:cNvSpPr/>
      </dsp:nvSpPr>
      <dsp:spPr>
        <a:xfrm>
          <a:off x="7281927" y="719875"/>
          <a:ext cx="991984" cy="62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1F964D-3C64-4490-A096-93858A022F70}">
      <dsp:nvSpPr>
        <dsp:cNvPr id="0" name=""/>
        <dsp:cNvSpPr/>
      </dsp:nvSpPr>
      <dsp:spPr>
        <a:xfrm>
          <a:off x="7392148" y="824584"/>
          <a:ext cx="991984" cy="62991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Optimal: Call when Euribor &lt; -1.6</a:t>
          </a:r>
        </a:p>
      </dsp:txBody>
      <dsp:txXfrm>
        <a:off x="7410597" y="843033"/>
        <a:ext cx="955086" cy="593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6574-6258-4477-9F88-BF90D16191CA}">
      <dsp:nvSpPr>
        <dsp:cNvPr id="0" name=""/>
        <dsp:cNvSpPr/>
      </dsp:nvSpPr>
      <dsp:spPr>
        <a:xfrm>
          <a:off x="0" y="720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>
              <a:solidFill>
                <a:schemeClr val="bg2">
                  <a:lumMod val="75000"/>
                </a:schemeClr>
              </a:solidFill>
            </a:rPr>
            <a:t>Marketing Strategy:</a:t>
          </a:r>
          <a:endParaRPr lang="en-CA" sz="1400" kern="1200" dirty="0">
            <a:solidFill>
              <a:schemeClr val="bg2">
                <a:lumMod val="75000"/>
              </a:schemeClr>
            </a:solidFill>
          </a:endParaRPr>
        </a:p>
      </dsp:txBody>
      <dsp:txXfrm>
        <a:off x="15992" y="88061"/>
        <a:ext cx="6034330" cy="295616"/>
      </dsp:txXfrm>
    </dsp:sp>
    <dsp:sp modelId="{A477BAE1-5C70-4F97-9B2A-DC1530CEBFDA}">
      <dsp:nvSpPr>
        <dsp:cNvPr id="0" name=""/>
        <dsp:cNvSpPr/>
      </dsp:nvSpPr>
      <dsp:spPr>
        <a:xfrm>
          <a:off x="0" y="4399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Focus calls on high-propensity clients</a:t>
          </a:r>
        </a:p>
      </dsp:txBody>
      <dsp:txXfrm>
        <a:off x="15992" y="455981"/>
        <a:ext cx="6034330" cy="295616"/>
      </dsp:txXfrm>
    </dsp:sp>
    <dsp:sp modelId="{805A7559-7FA2-4280-86FD-16B38E398389}">
      <dsp:nvSpPr>
        <dsp:cNvPr id="0" name=""/>
        <dsp:cNvSpPr/>
      </dsp:nvSpPr>
      <dsp:spPr>
        <a:xfrm>
          <a:off x="0" y="8079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Limit calls to 3 per customer</a:t>
          </a:r>
        </a:p>
      </dsp:txBody>
      <dsp:txXfrm>
        <a:off x="15992" y="823901"/>
        <a:ext cx="6034330" cy="295616"/>
      </dsp:txXfrm>
    </dsp:sp>
    <dsp:sp modelId="{1D446FFB-1A70-4ED2-8418-F223DF32CC8C}">
      <dsp:nvSpPr>
        <dsp:cNvPr id="0" name=""/>
        <dsp:cNvSpPr/>
      </dsp:nvSpPr>
      <dsp:spPr>
        <a:xfrm>
          <a:off x="0" y="11758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Skip low-propensity leads → save resources</a:t>
          </a:r>
        </a:p>
      </dsp:txBody>
      <dsp:txXfrm>
        <a:off x="15992" y="1191821"/>
        <a:ext cx="6034330" cy="295616"/>
      </dsp:txXfrm>
    </dsp:sp>
    <dsp:sp modelId="{11F8B6F5-87F2-4BF3-AC49-4C24F8EC5E54}">
      <dsp:nvSpPr>
        <dsp:cNvPr id="0" name=""/>
        <dsp:cNvSpPr/>
      </dsp:nvSpPr>
      <dsp:spPr>
        <a:xfrm>
          <a:off x="0" y="15437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>
              <a:solidFill>
                <a:schemeClr val="bg2">
                  <a:lumMod val="75000"/>
                </a:schemeClr>
              </a:solidFill>
            </a:rPr>
            <a:t>Timing:</a:t>
          </a:r>
          <a:endParaRPr lang="en-CA" sz="1400" kern="1200" dirty="0">
            <a:solidFill>
              <a:schemeClr val="bg2">
                <a:lumMod val="75000"/>
              </a:schemeClr>
            </a:solidFill>
          </a:endParaRPr>
        </a:p>
      </dsp:txBody>
      <dsp:txXfrm>
        <a:off x="15992" y="1559741"/>
        <a:ext cx="6034330" cy="295616"/>
      </dsp:txXfrm>
    </dsp:sp>
    <dsp:sp modelId="{0FF23D91-5620-44B6-8BC3-F4689AB9E525}">
      <dsp:nvSpPr>
        <dsp:cNvPr id="0" name=""/>
        <dsp:cNvSpPr/>
      </dsp:nvSpPr>
      <dsp:spPr>
        <a:xfrm>
          <a:off x="0" y="19116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Target low euribor periods → higher conversions</a:t>
          </a:r>
        </a:p>
      </dsp:txBody>
      <dsp:txXfrm>
        <a:off x="15992" y="1927661"/>
        <a:ext cx="6034330" cy="295616"/>
      </dsp:txXfrm>
    </dsp:sp>
    <dsp:sp modelId="{DC609A6E-3125-4879-8C10-9A3D1CED0F19}">
      <dsp:nvSpPr>
        <dsp:cNvPr id="0" name=""/>
        <dsp:cNvSpPr/>
      </dsp:nvSpPr>
      <dsp:spPr>
        <a:xfrm>
          <a:off x="0" y="22795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>
              <a:solidFill>
                <a:schemeClr val="bg2">
                  <a:lumMod val="75000"/>
                </a:schemeClr>
              </a:solidFill>
            </a:rPr>
            <a:t>Compliance &amp; Explainability:</a:t>
          </a:r>
          <a:endParaRPr lang="en-CA" sz="1400" kern="1200" dirty="0">
            <a:solidFill>
              <a:schemeClr val="bg2">
                <a:lumMod val="75000"/>
              </a:schemeClr>
            </a:solidFill>
          </a:endParaRPr>
        </a:p>
      </dsp:txBody>
      <dsp:txXfrm>
        <a:off x="15992" y="2295581"/>
        <a:ext cx="6034330" cy="295616"/>
      </dsp:txXfrm>
    </dsp:sp>
    <dsp:sp modelId="{6F620CE4-273D-434A-9344-2FBFD61C0C39}">
      <dsp:nvSpPr>
        <dsp:cNvPr id="0" name=""/>
        <dsp:cNvSpPr/>
      </dsp:nvSpPr>
      <dsp:spPr>
        <a:xfrm>
          <a:off x="0" y="264750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CA" sz="1400" kern="1200"/>
            <a:t>SHAP explainability for audits</a:t>
          </a:r>
        </a:p>
      </dsp:txBody>
      <dsp:txXfrm>
        <a:off x="15992" y="2663501"/>
        <a:ext cx="6034330" cy="295616"/>
      </dsp:txXfrm>
    </dsp:sp>
    <dsp:sp modelId="{F6600BA0-86F9-4B13-A6A6-CCBA5AB08C39}">
      <dsp:nvSpPr>
        <dsp:cNvPr id="0" name=""/>
        <dsp:cNvSpPr/>
      </dsp:nvSpPr>
      <dsp:spPr>
        <a:xfrm>
          <a:off x="0" y="301542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Only pre-campaign data → prevents leakage</a:t>
          </a:r>
        </a:p>
      </dsp:txBody>
      <dsp:txXfrm>
        <a:off x="15992" y="3031421"/>
        <a:ext cx="6034330" cy="295616"/>
      </dsp:txXfrm>
    </dsp:sp>
    <dsp:sp modelId="{BF1819CA-21C6-4DD7-B979-35BE0DDB6244}">
      <dsp:nvSpPr>
        <dsp:cNvPr id="0" name=""/>
        <dsp:cNvSpPr/>
      </dsp:nvSpPr>
      <dsp:spPr>
        <a:xfrm>
          <a:off x="0" y="338334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>
              <a:solidFill>
                <a:schemeClr val="bg2">
                  <a:lumMod val="75000"/>
                </a:schemeClr>
              </a:solidFill>
            </a:rPr>
            <a:t>Impact</a:t>
          </a:r>
          <a:r>
            <a:rPr lang="en-CA" sz="1400" b="1" kern="1200" dirty="0"/>
            <a:t>:</a:t>
          </a:r>
          <a:endParaRPr lang="en-CA" sz="1400" kern="1200" dirty="0"/>
        </a:p>
      </dsp:txBody>
      <dsp:txXfrm>
        <a:off x="15992" y="3399341"/>
        <a:ext cx="6034330" cy="295616"/>
      </dsp:txXfrm>
    </dsp:sp>
    <dsp:sp modelId="{25F0D874-AC5E-4458-A0B2-19E6A73168D9}">
      <dsp:nvSpPr>
        <dsp:cNvPr id="0" name=""/>
        <dsp:cNvSpPr/>
      </dsp:nvSpPr>
      <dsp:spPr>
        <a:xfrm>
          <a:off x="0" y="375126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30–40% fewer calls, same or higher conversions</a:t>
          </a:r>
        </a:p>
      </dsp:txBody>
      <dsp:txXfrm>
        <a:off x="15992" y="3767261"/>
        <a:ext cx="6034330" cy="295616"/>
      </dsp:txXfrm>
    </dsp:sp>
    <dsp:sp modelId="{BE876DF0-3D9E-4199-97CB-5B595E274BE8}">
      <dsp:nvSpPr>
        <dsp:cNvPr id="0" name=""/>
        <dsp:cNvSpPr/>
      </dsp:nvSpPr>
      <dsp:spPr>
        <a:xfrm>
          <a:off x="0" y="4119189"/>
          <a:ext cx="6066314" cy="3276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/>
            <a:t>Actionable for stakeholders: CDO, CRO, CMO</a:t>
          </a:r>
        </a:p>
      </dsp:txBody>
      <dsp:txXfrm>
        <a:off x="15992" y="4135181"/>
        <a:ext cx="6034330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C591A-7041-41BA-9B02-4F7E4896C2D4}" type="datetimeFigureOut">
              <a:rPr lang="en-CA" smtClean="0"/>
              <a:t>2026-03-05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4B633-36C6-4534-A0AF-A59E08D2AE1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00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4B633-36C6-4534-A0AF-A59E08D2AE1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46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2D25BE83-0F59-424C-A5AC-C8B0558C5318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6604-4742-4309-936E-4E6DA8FCDD1D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D3ECE45D-FBB1-46A5-AFF8-E851799A9E2B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F3CF0-FFFB-4AA4-AC8F-BCAE3C426317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59AC-203A-4B80-B95E-965994F4A108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99491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9348-66BD-4F27-BA71-6282690B37C6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60756" y="5936188"/>
            <a:ext cx="1157674" cy="59710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25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785F-5DB3-46FA-AD9C-2090AF1DE20F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0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4F15-E8E6-4815-87AF-F49EF2715DC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7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DB83F-7018-4435-A1C6-3AD0F415E26C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6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D0AD-A026-4D26-B464-154A0C98D288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5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F0D6-7B3D-4598-8263-22AF1D4A8C95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46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48829-E8DA-4CFC-A5CA-9F8802746D19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8006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AD27-E6C1-4B27-82EE-896F78A6BB8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49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8E4D-5F9C-4D63-8BB8-DFD0D2EE5961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52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603A-C136-4DFE-9D76-2BA55756A482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84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DB1D-94C8-4E2F-8E9F-4AA23E22DB76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32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790A8E5E-0E78-47BB-8C21-8721B16E996A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B4F0F-F043-4F73-BCAD-E789F3AC3AA3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31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image" Target="../media/image2.png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image" Target="../media/image5.png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microsoft.com/office/2007/relationships/diagramDrawing" Target="../diagrams/drawing3.xml"/><Relationship Id="rId5" Type="http://schemas.openxmlformats.org/officeDocument/2006/relationships/image" Target="../media/image18.png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2.png"/><Relationship Id="rId7" Type="http://schemas.openxmlformats.org/officeDocument/2006/relationships/diagramData" Target="../diagrams/data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microsoft.com/office/2007/relationships/diagramDrawing" Target="../diagrams/drawing5.xml"/><Relationship Id="rId5" Type="http://schemas.openxmlformats.org/officeDocument/2006/relationships/image" Target="../media/image20.png"/><Relationship Id="rId10" Type="http://schemas.openxmlformats.org/officeDocument/2006/relationships/diagramColors" Target="../diagrams/colors5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C0FD-AD99-B929-0636-1050E05C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Bank Marketing Project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8D20A-289A-1D95-2836-B2C6787288A6}"/>
              </a:ext>
            </a:extLst>
          </p:cNvPr>
          <p:cNvSpPr txBox="1"/>
          <p:nvPr/>
        </p:nvSpPr>
        <p:spPr>
          <a:xfrm>
            <a:off x="1513114" y="2329933"/>
            <a:ext cx="6226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Predicting Term Deposit Subscriptions</a:t>
            </a:r>
            <a:endParaRPr lang="en-CA" sz="2000" b="1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01DEBA5-F5E6-D1D7-B9DC-830CF3F1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226EA2-5C82-9064-AA03-EFFA63FE2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2830286"/>
            <a:ext cx="8817429" cy="29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Motivation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57" y="2130735"/>
            <a:ext cx="84690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bg2">
                    <a:lumMod val="75000"/>
                  </a:schemeClr>
                </a:solidFill>
              </a:rPr>
              <a:t>Question</a:t>
            </a:r>
            <a:r>
              <a:rPr sz="1400" dirty="0"/>
              <a:t>: </a:t>
            </a:r>
            <a:r>
              <a:rPr sz="1400" b="1" dirty="0"/>
              <a:t>How can we increase campaign efficiency and conversion while reducing cost?</a:t>
            </a:r>
            <a:endParaRPr lang="en-CA" sz="1400" b="1" dirty="0"/>
          </a:p>
          <a:p>
            <a:endParaRPr lang="en-CA" sz="1400" b="1" dirty="0"/>
          </a:p>
          <a:p>
            <a:r>
              <a:rPr lang="en-CA" sz="1600" b="1" dirty="0">
                <a:solidFill>
                  <a:schemeClr val="bg2">
                    <a:lumMod val="75000"/>
                  </a:schemeClr>
                </a:solidFill>
              </a:rPr>
              <a:t>Dataset</a:t>
            </a:r>
            <a:r>
              <a:rPr lang="en-CA" sz="1600" dirty="0"/>
              <a:t>: </a:t>
            </a:r>
            <a:r>
              <a:rPr lang="en-CA" sz="1400" b="1" dirty="0"/>
              <a:t>UCI Bank Marketing Dataset</a:t>
            </a:r>
          </a:p>
          <a:p>
            <a:endParaRPr sz="1400" b="1" dirty="0"/>
          </a:p>
          <a:p>
            <a:endParaRPr lang="en-CA" sz="1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CA" sz="1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 dirty="0"/>
          </a:p>
          <a:p>
            <a:endParaRPr lang="en-US" sz="1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1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Pre-campaign</a:t>
            </a:r>
            <a:r>
              <a:rPr lang="en-US" sz="1400" b="1" dirty="0"/>
              <a:t> vs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Post-campaign</a:t>
            </a:r>
            <a:r>
              <a:rPr lang="en-US" sz="1400" b="1" dirty="0"/>
              <a:t>:</a:t>
            </a:r>
            <a:endParaRPr lang="en-US" sz="1400" dirty="0"/>
          </a:p>
          <a:p>
            <a:r>
              <a:rPr lang="en-US" sz="1400" b="1" dirty="0"/>
              <a:t>Pre-campaign:</a:t>
            </a:r>
            <a:r>
              <a:rPr lang="en-US" sz="1400" dirty="0"/>
              <a:t> Known before calling → used for modeling</a:t>
            </a:r>
          </a:p>
          <a:p>
            <a:r>
              <a:rPr lang="en-US" sz="1400" b="1" dirty="0"/>
              <a:t>Post-campaign:</a:t>
            </a:r>
            <a:r>
              <a:rPr lang="en-US" sz="1400" dirty="0"/>
              <a:t> Known after calling → removed to avoid leakage</a:t>
            </a:r>
          </a:p>
          <a:p>
            <a:endParaRPr sz="14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73EA09-189D-D7D0-7144-AC53883DA6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125561"/>
              </p:ext>
            </p:extLst>
          </p:nvPr>
        </p:nvGraphicFramePr>
        <p:xfrm>
          <a:off x="457201" y="4314039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431D75-A70E-71EB-61F8-FD16D08E8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82508"/>
              </p:ext>
            </p:extLst>
          </p:nvPr>
        </p:nvGraphicFramePr>
        <p:xfrm>
          <a:off x="457198" y="2974287"/>
          <a:ext cx="4744410" cy="133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205">
                  <a:extLst>
                    <a:ext uri="{9D8B030D-6E8A-4147-A177-3AD203B41FA5}">
                      <a16:colId xmlns:a16="http://schemas.microsoft.com/office/drawing/2014/main" val="3763149261"/>
                    </a:ext>
                  </a:extLst>
                </a:gridCol>
                <a:gridCol w="2372205">
                  <a:extLst>
                    <a:ext uri="{9D8B030D-6E8A-4147-A177-3AD203B41FA5}">
                      <a16:colId xmlns:a16="http://schemas.microsoft.com/office/drawing/2014/main" val="487554351"/>
                    </a:ext>
                  </a:extLst>
                </a:gridCol>
              </a:tblGrid>
              <a:tr h="425352">
                <a:tc>
                  <a:txBody>
                    <a:bodyPr/>
                    <a:lstStyle/>
                    <a:p>
                      <a:r>
                        <a:rPr lang="en-CA" sz="1400" dirty="0"/>
                        <a:t>Categorical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Numerical 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81336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 dirty="0"/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56130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 dirty="0"/>
                        <a:t>Marital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Campaign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84287"/>
                  </a:ext>
                </a:extLst>
              </a:tr>
              <a:tr h="243058">
                <a:tc>
                  <a:txBody>
                    <a:bodyPr/>
                    <a:lstStyle/>
                    <a:p>
                      <a:r>
                        <a:rPr lang="en-CA" sz="1400" dirty="0"/>
                        <a:t>Contact,…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Euribor3m,…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47526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5A9749-7EAA-9347-C04A-45E0EBCB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301CE94-074B-4D1C-B4F4-F78402CF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C88302C-1F37-4C43-92E9-94C452751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C533643-7E50-49AA-AF90-63D30091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7FDF1C8-C78C-45B3-A712-01E213653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553C38-528A-4F4F-AFB8-D5ABBF25B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Model Selection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CE6527B-C8C8-8FC3-D3C0-B4E791C7B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591162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7F150-5997-667F-AB81-461691FD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/>
              <a:t>Model Evaluation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797" y="2912729"/>
            <a:ext cx="3159974" cy="739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Metrics: Accuracy, Recall (Subscribers), F1-score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E2666-ACB0-ACAE-288C-3AF592CC0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161" y="3712352"/>
            <a:ext cx="5212348" cy="293881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F8E5DD-3CC6-3F96-AB50-E019748F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021F0F-5A38-81A0-7F30-57D78DAB9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3680" y="646036"/>
            <a:ext cx="5212348" cy="2938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64E3F6-59F1-44FF-9EF2-8EF0BCA3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DF1CE84-BC06-4E42-A5D4-7B92E327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743C7B8-BD05-4C16-9FC9-6B5C5BA3A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B9B529-EAD6-442A-92A1-6A496B932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0702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315664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Feature Importance (SHAP Values)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419FA5-A1B5-487F-92D4-03983819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1E014836-A946-B840-A3C2-C87F887B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0318" y="2169571"/>
            <a:ext cx="2518858" cy="251885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48F2AF5B-73C8-1F09-499B-40D9F8A8B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637549"/>
              </p:ext>
            </p:extLst>
          </p:nvPr>
        </p:nvGraphicFramePr>
        <p:xfrm>
          <a:off x="510240" y="2336874"/>
          <a:ext cx="4817409" cy="1723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0B1381-0C9F-E75A-183E-942F9463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19F955C1-7688-CEFD-C84C-A73A32B79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29014"/>
              </p:ext>
            </p:extLst>
          </p:nvPr>
        </p:nvGraphicFramePr>
        <p:xfrm>
          <a:off x="267668" y="4060372"/>
          <a:ext cx="8391508" cy="2174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B9C2B48-3899-4B1D-B526-C35DFD16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B1BCBEC-C5E7-469F-92CF-05506BB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A078177-9A72-44C2-BDC1-C1F34616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D1ECADA1-6568-4D5A-A631-CFD876893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81D3C41-CC87-4DF9-A716-CDF0E23D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Key Takeaways / Findings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8C2EA47B-1DF3-E127-BC97-61175BA5D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743" y="3126426"/>
            <a:ext cx="2019681" cy="201968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30" name="TextBox 2">
            <a:extLst>
              <a:ext uri="{FF2B5EF4-FFF2-40B4-BE49-F238E27FC236}">
                <a16:creationId xmlns:a16="http://schemas.microsoft.com/office/drawing/2014/main" id="{1100A4CC-87B9-1033-5AC5-C462BB3D7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278184"/>
              </p:ext>
            </p:extLst>
          </p:nvPr>
        </p:nvGraphicFramePr>
        <p:xfrm>
          <a:off x="683431" y="2268344"/>
          <a:ext cx="6066314" cy="4518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7326B-280E-61E5-1CF4-CFCB2ED0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1588</TotalTime>
  <Words>309</Words>
  <Application>Microsoft Office PowerPoint</Application>
  <PresentationFormat>On-screen Show (4:3)</PresentationFormat>
  <Paragraphs>72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Trebuchet MS</vt:lpstr>
      <vt:lpstr>Berlin</vt:lpstr>
      <vt:lpstr>Bank Marketing Project</vt:lpstr>
      <vt:lpstr>Business Motivation &amp; Dataset</vt:lpstr>
      <vt:lpstr>Model Selection</vt:lpstr>
      <vt:lpstr>Model Evaluation</vt:lpstr>
      <vt:lpstr>Feature Importance (SHAP Values)</vt:lpstr>
      <vt:lpstr>Key Takeaways /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Mery Abedini</dc:creator>
  <cp:keywords/>
  <dc:description>generated using python-pptx</dc:description>
  <cp:lastModifiedBy>Mery Abed</cp:lastModifiedBy>
  <cp:revision>6</cp:revision>
  <dcterms:created xsi:type="dcterms:W3CDTF">2013-01-27T09:14:16Z</dcterms:created>
  <dcterms:modified xsi:type="dcterms:W3CDTF">2026-03-07T00:21:47Z</dcterms:modified>
  <cp:category/>
</cp:coreProperties>
</file>